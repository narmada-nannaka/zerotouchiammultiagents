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1" r:id="rId4"/>
    <p:sldId id="258" r:id="rId5"/>
    <p:sldId id="262" r:id="rId6"/>
    <p:sldId id="259"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4335"/>
    <a:srgbClr val="34A753"/>
    <a:srgbClr val="4284F3"/>
    <a:srgbClr val="FFFFFF"/>
    <a:srgbClr val="FB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098413-2AC7-F64E-BF81-2A5B6F14FC49}" v="3988" dt="2025-12-12T03:59:01.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235" autoAdjust="0"/>
  </p:normalViewPr>
  <p:slideViewPr>
    <p:cSldViewPr snapToGrid="0">
      <p:cViewPr varScale="1">
        <p:scale>
          <a:sx n="82" d="100"/>
          <a:sy n="82" d="100"/>
        </p:scale>
        <p:origin x="167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mada Nannaka" userId="796bcb1b4e3e52c6" providerId="Windows Live" clId="Web-{C2098413-2AC7-F64E-BF81-2A5B6F14FC49}"/>
    <pc:docChg chg="addSld delSld modSld sldOrd">
      <pc:chgData name="Narmada Nannaka" userId="796bcb1b4e3e52c6" providerId="Windows Live" clId="Web-{C2098413-2AC7-F64E-BF81-2A5B6F14FC49}" dt="2025-12-12T04:06:18.812" v="2705"/>
      <pc:docMkLst>
        <pc:docMk/>
      </pc:docMkLst>
      <pc:sldChg chg="addSp delSp modSp">
        <pc:chgData name="Narmada Nannaka" userId="796bcb1b4e3e52c6" providerId="Windows Live" clId="Web-{C2098413-2AC7-F64E-BF81-2A5B6F14FC49}" dt="2025-12-12T01:45:43.084" v="603" actId="14100"/>
        <pc:sldMkLst>
          <pc:docMk/>
          <pc:sldMk cId="1839319774" sldId="257"/>
        </pc:sldMkLst>
        <pc:spChg chg="mod">
          <ac:chgData name="Narmada Nannaka" userId="796bcb1b4e3e52c6" providerId="Windows Live" clId="Web-{C2098413-2AC7-F64E-BF81-2A5B6F14FC49}" dt="2025-12-12T01:20:18.304" v="156" actId="20577"/>
          <ac:spMkLst>
            <pc:docMk/>
            <pc:sldMk cId="1839319774" sldId="257"/>
            <ac:spMk id="2" creationId="{DA628D17-0490-5211-4A78-027960A0357D}"/>
          </ac:spMkLst>
        </pc:spChg>
        <pc:spChg chg="mod">
          <ac:chgData name="Narmada Nannaka" userId="796bcb1b4e3e52c6" providerId="Windows Live" clId="Web-{C2098413-2AC7-F64E-BF81-2A5B6F14FC49}" dt="2025-12-12T01:22:16.774" v="192" actId="14100"/>
          <ac:spMkLst>
            <pc:docMk/>
            <pc:sldMk cId="1839319774" sldId="257"/>
            <ac:spMk id="5" creationId="{43280135-A30C-B885-F791-BD89D20AC76F}"/>
          </ac:spMkLst>
        </pc:spChg>
        <pc:spChg chg="mod">
          <ac:chgData name="Narmada Nannaka" userId="796bcb1b4e3e52c6" providerId="Windows Live" clId="Web-{C2098413-2AC7-F64E-BF81-2A5B6F14FC49}" dt="2025-12-12T01:24:24.471" v="213" actId="1076"/>
          <ac:spMkLst>
            <pc:docMk/>
            <pc:sldMk cId="1839319774" sldId="257"/>
            <ac:spMk id="6" creationId="{791C82FA-4166-113B-30CD-E9767709B419}"/>
          </ac:spMkLst>
        </pc:spChg>
        <pc:spChg chg="mod topLvl">
          <ac:chgData name="Narmada Nannaka" userId="796bcb1b4e3e52c6" providerId="Windows Live" clId="Web-{C2098413-2AC7-F64E-BF81-2A5B6F14FC49}" dt="2025-12-12T01:25:55.086" v="237" actId="1076"/>
          <ac:spMkLst>
            <pc:docMk/>
            <pc:sldMk cId="1839319774" sldId="257"/>
            <ac:spMk id="7" creationId="{CF4E0A67-7E7F-9F8D-2318-2E1C3CE3573E}"/>
          </ac:spMkLst>
        </pc:spChg>
        <pc:spChg chg="add del mod">
          <ac:chgData name="Narmada Nannaka" userId="796bcb1b4e3e52c6" providerId="Windows Live" clId="Web-{C2098413-2AC7-F64E-BF81-2A5B6F14FC49}" dt="2025-12-12T01:26:47.417" v="243"/>
          <ac:spMkLst>
            <pc:docMk/>
            <pc:sldMk cId="1839319774" sldId="257"/>
            <ac:spMk id="12" creationId="{1E1BB849-4A51-AAA7-3CCA-AC770C73D6C8}"/>
          </ac:spMkLst>
        </pc:spChg>
        <pc:spChg chg="mod topLvl">
          <ac:chgData name="Narmada Nannaka" userId="796bcb1b4e3e52c6" providerId="Windows Live" clId="Web-{C2098413-2AC7-F64E-BF81-2A5B6F14FC49}" dt="2025-12-12T01:25:50.617" v="235"/>
          <ac:spMkLst>
            <pc:docMk/>
            <pc:sldMk cId="1839319774" sldId="257"/>
            <ac:spMk id="14" creationId="{1E44E834-A10E-EF53-0DEB-1F20DB693469}"/>
          </ac:spMkLst>
        </pc:spChg>
        <pc:spChg chg="mod">
          <ac:chgData name="Narmada Nannaka" userId="796bcb1b4e3e52c6" providerId="Windows Live" clId="Web-{C2098413-2AC7-F64E-BF81-2A5B6F14FC49}" dt="2025-12-12T01:24:14.064" v="210" actId="20577"/>
          <ac:spMkLst>
            <pc:docMk/>
            <pc:sldMk cId="1839319774" sldId="257"/>
            <ac:spMk id="15" creationId="{1A9BE1D4-9C40-5BB1-B3DE-401D2D9A8600}"/>
          </ac:spMkLst>
        </pc:spChg>
        <pc:spChg chg="mod">
          <ac:chgData name="Narmada Nannaka" userId="796bcb1b4e3e52c6" providerId="Windows Live" clId="Web-{C2098413-2AC7-F64E-BF81-2A5B6F14FC49}" dt="2025-12-12T01:22:21.680" v="193" actId="1076"/>
          <ac:spMkLst>
            <pc:docMk/>
            <pc:sldMk cId="1839319774" sldId="257"/>
            <ac:spMk id="16" creationId="{69D0F351-7E6E-A960-B80A-9A04CA219788}"/>
          </ac:spMkLst>
        </pc:spChg>
        <pc:spChg chg="mod">
          <ac:chgData name="Narmada Nannaka" userId="796bcb1b4e3e52c6" providerId="Windows Live" clId="Web-{C2098413-2AC7-F64E-BF81-2A5B6F14FC49}" dt="2025-12-12T01:42:55.591" v="493" actId="1076"/>
          <ac:spMkLst>
            <pc:docMk/>
            <pc:sldMk cId="1839319774" sldId="257"/>
            <ac:spMk id="17" creationId="{54FC9432-DE2B-935E-412A-29E42134F4FE}"/>
          </ac:spMkLst>
        </pc:spChg>
        <pc:spChg chg="mod">
          <ac:chgData name="Narmada Nannaka" userId="796bcb1b4e3e52c6" providerId="Windows Live" clId="Web-{C2098413-2AC7-F64E-BF81-2A5B6F14FC49}" dt="2025-12-12T01:42:55.591" v="494" actId="1076"/>
          <ac:spMkLst>
            <pc:docMk/>
            <pc:sldMk cId="1839319774" sldId="257"/>
            <ac:spMk id="18" creationId="{90B9D929-71CC-8929-E883-F1F4D848BBC2}"/>
          </ac:spMkLst>
        </pc:spChg>
        <pc:spChg chg="mod topLvl">
          <ac:chgData name="Narmada Nannaka" userId="796bcb1b4e3e52c6" providerId="Windows Live" clId="Web-{C2098413-2AC7-F64E-BF81-2A5B6F14FC49}" dt="2025-12-12T01:30:53.208" v="316" actId="14100"/>
          <ac:spMkLst>
            <pc:docMk/>
            <pc:sldMk cId="1839319774" sldId="257"/>
            <ac:spMk id="21" creationId="{CEE35F38-B04A-EF45-A68B-72314AAEABF6}"/>
          </ac:spMkLst>
        </pc:spChg>
        <pc:spChg chg="mod topLvl">
          <ac:chgData name="Narmada Nannaka" userId="796bcb1b4e3e52c6" providerId="Windows Live" clId="Web-{C2098413-2AC7-F64E-BF81-2A5B6F14FC49}" dt="2025-12-12T01:30:17.910" v="312" actId="1076"/>
          <ac:spMkLst>
            <pc:docMk/>
            <pc:sldMk cId="1839319774" sldId="257"/>
            <ac:spMk id="23" creationId="{03E3221F-488F-6029-70BB-4DECF7C9AA0D}"/>
          </ac:spMkLst>
        </pc:spChg>
        <pc:spChg chg="mod topLvl">
          <ac:chgData name="Narmada Nannaka" userId="796bcb1b4e3e52c6" providerId="Windows Live" clId="Web-{C2098413-2AC7-F64E-BF81-2A5B6F14FC49}" dt="2025-12-12T01:41:13.163" v="435"/>
          <ac:spMkLst>
            <pc:docMk/>
            <pc:sldMk cId="1839319774" sldId="257"/>
            <ac:spMk id="26" creationId="{A6BA2D48-2F4D-7B57-96A1-3F6090DD5B06}"/>
          </ac:spMkLst>
        </pc:spChg>
        <pc:spChg chg="mod topLvl">
          <ac:chgData name="Narmada Nannaka" userId="796bcb1b4e3e52c6" providerId="Windows Live" clId="Web-{C2098413-2AC7-F64E-BF81-2A5B6F14FC49}" dt="2025-12-12T01:41:13.163" v="435"/>
          <ac:spMkLst>
            <pc:docMk/>
            <pc:sldMk cId="1839319774" sldId="257"/>
            <ac:spMk id="28" creationId="{C6984B5D-60DD-2106-0473-6F9E42DD9BA3}"/>
          </ac:spMkLst>
        </pc:spChg>
        <pc:spChg chg="topLvl">
          <ac:chgData name="Narmada Nannaka" userId="796bcb1b4e3e52c6" providerId="Windows Live" clId="Web-{C2098413-2AC7-F64E-BF81-2A5B6F14FC49}" dt="2025-12-12T01:41:56.775" v="487"/>
          <ac:spMkLst>
            <pc:docMk/>
            <pc:sldMk cId="1839319774" sldId="257"/>
            <ac:spMk id="31" creationId="{5695CE0D-2AF3-B6D4-8EC2-8EBABB3E42E2}"/>
          </ac:spMkLst>
        </pc:spChg>
        <pc:spChg chg="mod topLvl">
          <ac:chgData name="Narmada Nannaka" userId="796bcb1b4e3e52c6" providerId="Windows Live" clId="Web-{C2098413-2AC7-F64E-BF81-2A5B6F14FC49}" dt="2025-12-12T01:41:56.775" v="487"/>
          <ac:spMkLst>
            <pc:docMk/>
            <pc:sldMk cId="1839319774" sldId="257"/>
            <ac:spMk id="32" creationId="{A58CB05F-DA39-DEAD-B078-FF8CF0DCF0E6}"/>
          </ac:spMkLst>
        </pc:spChg>
        <pc:spChg chg="mod topLvl">
          <ac:chgData name="Narmada Nannaka" userId="796bcb1b4e3e52c6" providerId="Windows Live" clId="Web-{C2098413-2AC7-F64E-BF81-2A5B6F14FC49}" dt="2025-12-12T01:44:09.455" v="523" actId="1076"/>
          <ac:spMkLst>
            <pc:docMk/>
            <pc:sldMk cId="1839319774" sldId="257"/>
            <ac:spMk id="36" creationId="{32A3E31D-C9F6-3D59-D870-341179E2C0B8}"/>
          </ac:spMkLst>
        </pc:spChg>
        <pc:spChg chg="mod topLvl">
          <ac:chgData name="Narmada Nannaka" userId="796bcb1b4e3e52c6" providerId="Windows Live" clId="Web-{C2098413-2AC7-F64E-BF81-2A5B6F14FC49}" dt="2025-12-12T01:44:09.470" v="525" actId="1076"/>
          <ac:spMkLst>
            <pc:docMk/>
            <pc:sldMk cId="1839319774" sldId="257"/>
            <ac:spMk id="38" creationId="{F09B2900-2E6A-0F01-841C-6834B11FB691}"/>
          </ac:spMkLst>
        </pc:spChg>
        <pc:spChg chg="mod topLvl">
          <ac:chgData name="Narmada Nannaka" userId="796bcb1b4e3e52c6" providerId="Windows Live" clId="Web-{C2098413-2AC7-F64E-BF81-2A5B6F14FC49}" dt="2025-12-12T01:45:43.084" v="603" actId="14100"/>
          <ac:spMkLst>
            <pc:docMk/>
            <pc:sldMk cId="1839319774" sldId="257"/>
            <ac:spMk id="41" creationId="{747E10FC-D137-CBDB-56D6-485D4A1E6805}"/>
          </ac:spMkLst>
        </pc:spChg>
        <pc:spChg chg="mod topLvl">
          <ac:chgData name="Narmada Nannaka" userId="796bcb1b4e3e52c6" providerId="Windows Live" clId="Web-{C2098413-2AC7-F64E-BF81-2A5B6F14FC49}" dt="2025-12-12T01:45:36.177" v="602" actId="1076"/>
          <ac:spMkLst>
            <pc:docMk/>
            <pc:sldMk cId="1839319774" sldId="257"/>
            <ac:spMk id="43" creationId="{D5E35393-92AB-9C9D-1456-2E2CBC08776F}"/>
          </ac:spMkLst>
        </pc:spChg>
        <pc:grpChg chg="add mod">
          <ac:chgData name="Narmada Nannaka" userId="796bcb1b4e3e52c6" providerId="Windows Live" clId="Web-{C2098413-2AC7-F64E-BF81-2A5B6F14FC49}" dt="2025-12-12T01:24:39.003" v="215" actId="1076"/>
          <ac:grpSpMkLst>
            <pc:docMk/>
            <pc:sldMk cId="1839319774" sldId="257"/>
            <ac:grpSpMk id="3" creationId="{917367C8-F917-A97F-9F0F-C81FEBEEF912}"/>
          </ac:grpSpMkLst>
        </pc:grpChg>
        <pc:grpChg chg="add del">
          <ac:chgData name="Narmada Nannaka" userId="796bcb1b4e3e52c6" providerId="Windows Live" clId="Web-{C2098413-2AC7-F64E-BF81-2A5B6F14FC49}" dt="2025-12-12T01:25:50.617" v="235"/>
          <ac:grpSpMkLst>
            <pc:docMk/>
            <pc:sldMk cId="1839319774" sldId="257"/>
            <ac:grpSpMk id="8" creationId="{F9A78428-1A3A-54DF-AA52-34B3FD9122B2}"/>
          </ac:grpSpMkLst>
        </pc:grpChg>
        <pc:grpChg chg="add mod">
          <ac:chgData name="Narmada Nannaka" userId="796bcb1b4e3e52c6" providerId="Windows Live" clId="Web-{C2098413-2AC7-F64E-BF81-2A5B6F14FC49}" dt="2025-12-12T01:31:10.130" v="320" actId="1076"/>
          <ac:grpSpMkLst>
            <pc:docMk/>
            <pc:sldMk cId="1839319774" sldId="257"/>
            <ac:grpSpMk id="10" creationId="{DB88674D-FCFB-E658-0D12-D68B50B16C0D}"/>
          </ac:grpSpMkLst>
        </pc:grpChg>
        <pc:grpChg chg="add mod">
          <ac:chgData name="Narmada Nannaka" userId="796bcb1b4e3e52c6" providerId="Windows Live" clId="Web-{C2098413-2AC7-F64E-BF81-2A5B6F14FC49}" dt="2025-12-12T01:27:17.528" v="248" actId="1076"/>
          <ac:grpSpMkLst>
            <pc:docMk/>
            <pc:sldMk cId="1839319774" sldId="257"/>
            <ac:grpSpMk id="19" creationId="{8D46B2D4-BA76-6209-27A4-EB879E7B9217}"/>
          </ac:grpSpMkLst>
        </pc:grpChg>
        <pc:grpChg chg="add del mod">
          <ac:chgData name="Narmada Nannaka" userId="796bcb1b4e3e52c6" providerId="Windows Live" clId="Web-{C2098413-2AC7-F64E-BF81-2A5B6F14FC49}" dt="2025-12-12T01:29:23.611" v="304"/>
          <ac:grpSpMkLst>
            <pc:docMk/>
            <pc:sldMk cId="1839319774" sldId="257"/>
            <ac:grpSpMk id="20" creationId="{6FCC62C1-FE1D-7116-32B0-835FDD03ACCA}"/>
          </ac:grpSpMkLst>
        </pc:grpChg>
        <pc:grpChg chg="add del mod">
          <ac:chgData name="Narmada Nannaka" userId="796bcb1b4e3e52c6" providerId="Windows Live" clId="Web-{C2098413-2AC7-F64E-BF81-2A5B6F14FC49}" dt="2025-12-12T01:39:29.139" v="429"/>
          <ac:grpSpMkLst>
            <pc:docMk/>
            <pc:sldMk cId="1839319774" sldId="257"/>
            <ac:grpSpMk id="25" creationId="{237EC1B4-C7B9-CD17-2CA0-C8D766ACAA80}"/>
          </ac:grpSpMkLst>
        </pc:grpChg>
        <pc:grpChg chg="add del mod">
          <ac:chgData name="Narmada Nannaka" userId="796bcb1b4e3e52c6" providerId="Windows Live" clId="Web-{C2098413-2AC7-F64E-BF81-2A5B6F14FC49}" dt="2025-12-12T01:41:13.163" v="435"/>
          <ac:grpSpMkLst>
            <pc:docMk/>
            <pc:sldMk cId="1839319774" sldId="257"/>
            <ac:grpSpMk id="29" creationId="{DE475DA9-6EA4-4B49-28FE-B08E49E94071}"/>
          </ac:grpSpMkLst>
        </pc:grpChg>
        <pc:grpChg chg="add del mod">
          <ac:chgData name="Narmada Nannaka" userId="796bcb1b4e3e52c6" providerId="Windows Live" clId="Web-{C2098413-2AC7-F64E-BF81-2A5B6F14FC49}" dt="2025-12-12T01:41:24.820" v="437"/>
          <ac:grpSpMkLst>
            <pc:docMk/>
            <pc:sldMk cId="1839319774" sldId="257"/>
            <ac:grpSpMk id="30" creationId="{8E5706E2-5D62-5B3A-1C9F-7F452FE6FC99}"/>
          </ac:grpSpMkLst>
        </pc:grpChg>
        <pc:grpChg chg="add del mod">
          <ac:chgData name="Narmada Nannaka" userId="796bcb1b4e3e52c6" providerId="Windows Live" clId="Web-{C2098413-2AC7-F64E-BF81-2A5B6F14FC49}" dt="2025-12-12T01:41:56.775" v="487"/>
          <ac:grpSpMkLst>
            <pc:docMk/>
            <pc:sldMk cId="1839319774" sldId="257"/>
            <ac:grpSpMk id="34" creationId="{981B4D09-F83C-9511-FEFD-587C0E80DDAA}"/>
          </ac:grpSpMkLst>
        </pc:grpChg>
        <pc:grpChg chg="add del mod">
          <ac:chgData name="Narmada Nannaka" userId="796bcb1b4e3e52c6" providerId="Windows Live" clId="Web-{C2098413-2AC7-F64E-BF81-2A5B6F14FC49}" dt="2025-12-12T01:43:12.717" v="516"/>
          <ac:grpSpMkLst>
            <pc:docMk/>
            <pc:sldMk cId="1839319774" sldId="257"/>
            <ac:grpSpMk id="35" creationId="{E8BE96E6-24D1-8687-70B0-342FA71671C7}"/>
          </ac:grpSpMkLst>
        </pc:grpChg>
        <pc:grpChg chg="add">
          <ac:chgData name="Narmada Nannaka" userId="796bcb1b4e3e52c6" providerId="Windows Live" clId="Web-{C2098413-2AC7-F64E-BF81-2A5B6F14FC49}" dt="2025-12-12T01:44:19.330" v="526"/>
          <ac:grpSpMkLst>
            <pc:docMk/>
            <pc:sldMk cId="1839319774" sldId="257"/>
            <ac:grpSpMk id="39" creationId="{90F0DD87-1037-A82A-5ED9-8CA381A9A7BB}"/>
          </ac:grpSpMkLst>
        </pc:grpChg>
        <pc:grpChg chg="add del mod">
          <ac:chgData name="Narmada Nannaka" userId="796bcb1b4e3e52c6" providerId="Windows Live" clId="Web-{C2098413-2AC7-F64E-BF81-2A5B6F14FC49}" dt="2025-12-12T01:44:32.909" v="529"/>
          <ac:grpSpMkLst>
            <pc:docMk/>
            <pc:sldMk cId="1839319774" sldId="257"/>
            <ac:grpSpMk id="40" creationId="{7375AD8B-F678-4340-80EF-9F9C7B164DFB}"/>
          </ac:grpSpMkLst>
        </pc:grpChg>
        <pc:picChg chg="mod">
          <ac:chgData name="Narmada Nannaka" userId="796bcb1b4e3e52c6" providerId="Windows Live" clId="Web-{C2098413-2AC7-F64E-BF81-2A5B6F14FC49}" dt="2025-12-12T01:27:42.576" v="250"/>
          <ac:picMkLst>
            <pc:docMk/>
            <pc:sldMk cId="1839319774" sldId="257"/>
            <ac:picMk id="9" creationId="{3A5CA9D9-A34B-E0A2-7213-D01F327D7FDC}"/>
          </ac:picMkLst>
        </pc:picChg>
        <pc:picChg chg="topLvl">
          <ac:chgData name="Narmada Nannaka" userId="796bcb1b4e3e52c6" providerId="Windows Live" clId="Web-{C2098413-2AC7-F64E-BF81-2A5B6F14FC49}" dt="2025-12-12T01:25:50.617" v="235"/>
          <ac:picMkLst>
            <pc:docMk/>
            <pc:sldMk cId="1839319774" sldId="257"/>
            <ac:picMk id="11" creationId="{579EC43A-D24B-410B-16F9-55633C81AACA}"/>
          </ac:picMkLst>
        </pc:picChg>
        <pc:picChg chg="mod ord topLvl">
          <ac:chgData name="Narmada Nannaka" userId="796bcb1b4e3e52c6" providerId="Windows Live" clId="Web-{C2098413-2AC7-F64E-BF81-2A5B6F14FC49}" dt="2025-12-12T01:41:17.632" v="436" actId="1076"/>
          <ac:picMkLst>
            <pc:docMk/>
            <pc:sldMk cId="1839319774" sldId="257"/>
            <ac:picMk id="22" creationId="{72C35445-93ED-3498-2A75-481C62C94843}"/>
          </ac:picMkLst>
        </pc:picChg>
        <pc:picChg chg="add mod">
          <ac:chgData name="Narmada Nannaka" userId="796bcb1b4e3e52c6" providerId="Windows Live" clId="Web-{C2098413-2AC7-F64E-BF81-2A5B6F14FC49}" dt="2025-12-12T01:38:01.685" v="326"/>
          <ac:picMkLst>
            <pc:docMk/>
            <pc:sldMk cId="1839319774" sldId="257"/>
            <ac:picMk id="24" creationId="{2B138DFC-B049-4848-F1EE-D849B2BD8B0C}"/>
          </ac:picMkLst>
        </pc:picChg>
        <pc:picChg chg="del">
          <ac:chgData name="Narmada Nannaka" userId="796bcb1b4e3e52c6" providerId="Windows Live" clId="Web-{C2098413-2AC7-F64E-BF81-2A5B6F14FC49}" dt="2025-12-12T01:38:49.185" v="333"/>
          <ac:picMkLst>
            <pc:docMk/>
            <pc:sldMk cId="1839319774" sldId="257"/>
            <ac:picMk id="27" creationId="{50834E84-E28D-7233-3565-B5459F480559}"/>
          </ac:picMkLst>
        </pc:picChg>
        <pc:picChg chg="mod topLvl">
          <ac:chgData name="Narmada Nannaka" userId="796bcb1b4e3e52c6" providerId="Windows Live" clId="Web-{C2098413-2AC7-F64E-BF81-2A5B6F14FC49}" dt="2025-12-12T01:42:37.747" v="490" actId="1076"/>
          <ac:picMkLst>
            <pc:docMk/>
            <pc:sldMk cId="1839319774" sldId="257"/>
            <ac:picMk id="33" creationId="{28FABBFD-12D8-0AB9-31D0-1B918E2B8701}"/>
          </ac:picMkLst>
        </pc:picChg>
        <pc:picChg chg="mod topLvl">
          <ac:chgData name="Narmada Nannaka" userId="796bcb1b4e3e52c6" providerId="Windows Live" clId="Web-{C2098413-2AC7-F64E-BF81-2A5B6F14FC49}" dt="2025-12-12T01:44:09.470" v="524" actId="1076"/>
          <ac:picMkLst>
            <pc:docMk/>
            <pc:sldMk cId="1839319774" sldId="257"/>
            <ac:picMk id="37" creationId="{9965D0A5-D904-27F9-228A-F91FAE57F513}"/>
          </ac:picMkLst>
        </pc:picChg>
        <pc:picChg chg="mod topLvl">
          <ac:chgData name="Narmada Nannaka" userId="796bcb1b4e3e52c6" providerId="Windows Live" clId="Web-{C2098413-2AC7-F64E-BF81-2A5B6F14FC49}" dt="2025-12-12T01:44:57.269" v="531"/>
          <ac:picMkLst>
            <pc:docMk/>
            <pc:sldMk cId="1839319774" sldId="257"/>
            <ac:picMk id="42" creationId="{E71B6511-DC7E-6321-58C8-3A1777F4479D}"/>
          </ac:picMkLst>
        </pc:picChg>
      </pc:sldChg>
      <pc:sldChg chg="modNotes">
        <pc:chgData name="Narmada Nannaka" userId="796bcb1b4e3e52c6" providerId="Windows Live" clId="Web-{C2098413-2AC7-F64E-BF81-2A5B6F14FC49}" dt="2025-12-12T01:48:00.197" v="646"/>
        <pc:sldMkLst>
          <pc:docMk/>
          <pc:sldMk cId="3732295877" sldId="258"/>
        </pc:sldMkLst>
      </pc:sldChg>
      <pc:sldChg chg="delSp modSp modNotes">
        <pc:chgData name="Narmada Nannaka" userId="796bcb1b4e3e52c6" providerId="Windows Live" clId="Web-{C2098413-2AC7-F64E-BF81-2A5B6F14FC49}" dt="2025-12-12T01:56:03.691" v="789" actId="1076"/>
        <pc:sldMkLst>
          <pc:docMk/>
          <pc:sldMk cId="2823937353" sldId="259"/>
        </pc:sldMkLst>
        <pc:spChg chg="del">
          <ac:chgData name="Narmada Nannaka" userId="796bcb1b4e3e52c6" providerId="Windows Live" clId="Web-{C2098413-2AC7-F64E-BF81-2A5B6F14FC49}" dt="2025-12-12T01:55:08.753" v="739"/>
          <ac:spMkLst>
            <pc:docMk/>
            <pc:sldMk cId="2823937353" sldId="259"/>
            <ac:spMk id="9" creationId="{651A67DB-DA70-78E8-B59E-69FCC82DFAA8}"/>
          </ac:spMkLst>
        </pc:spChg>
        <pc:spChg chg="mod">
          <ac:chgData name="Narmada Nannaka" userId="796bcb1b4e3e52c6" providerId="Windows Live" clId="Web-{C2098413-2AC7-F64E-BF81-2A5B6F14FC49}" dt="2025-12-12T01:54:06.628" v="664" actId="20577"/>
          <ac:spMkLst>
            <pc:docMk/>
            <pc:sldMk cId="2823937353" sldId="259"/>
            <ac:spMk id="10" creationId="{C43F8388-487A-7BA6-E8BE-0532C1649471}"/>
          </ac:spMkLst>
        </pc:spChg>
        <pc:spChg chg="mod">
          <ac:chgData name="Narmada Nannaka" userId="796bcb1b4e3e52c6" providerId="Windows Live" clId="Web-{C2098413-2AC7-F64E-BF81-2A5B6F14FC49}" dt="2025-12-12T01:56:03.691" v="788" actId="1076"/>
          <ac:spMkLst>
            <pc:docMk/>
            <pc:sldMk cId="2823937353" sldId="259"/>
            <ac:spMk id="11" creationId="{7DA33DB3-5795-B327-B9AB-FCE19E60BA7C}"/>
          </ac:spMkLst>
        </pc:spChg>
        <pc:spChg chg="del">
          <ac:chgData name="Narmada Nannaka" userId="796bcb1b4e3e52c6" providerId="Windows Live" clId="Web-{C2098413-2AC7-F64E-BF81-2A5B6F14FC49}" dt="2025-12-12T01:55:08.753" v="740"/>
          <ac:spMkLst>
            <pc:docMk/>
            <pc:sldMk cId="2823937353" sldId="259"/>
            <ac:spMk id="13" creationId="{1E79FB66-6B65-780A-1AAE-796E873B70B2}"/>
          </ac:spMkLst>
        </pc:spChg>
        <pc:spChg chg="mod">
          <ac:chgData name="Narmada Nannaka" userId="796bcb1b4e3e52c6" providerId="Windows Live" clId="Web-{C2098413-2AC7-F64E-BF81-2A5B6F14FC49}" dt="2025-12-12T01:56:03.691" v="789" actId="1076"/>
          <ac:spMkLst>
            <pc:docMk/>
            <pc:sldMk cId="2823937353" sldId="259"/>
            <ac:spMk id="14" creationId="{102BF517-D102-DEC2-FAE4-7F47D906F460}"/>
          </ac:spMkLst>
        </pc:spChg>
        <pc:spChg chg="mod">
          <ac:chgData name="Narmada Nannaka" userId="796bcb1b4e3e52c6" providerId="Windows Live" clId="Web-{C2098413-2AC7-F64E-BF81-2A5B6F14FC49}" dt="2025-12-12T01:54:55.003" v="736" actId="20577"/>
          <ac:spMkLst>
            <pc:docMk/>
            <pc:sldMk cId="2823937353" sldId="259"/>
            <ac:spMk id="16" creationId="{49E0A97B-93E4-2079-5121-4AFCED38B9CA}"/>
          </ac:spMkLst>
        </pc:spChg>
        <pc:spChg chg="del">
          <ac:chgData name="Narmada Nannaka" userId="796bcb1b4e3e52c6" providerId="Windows Live" clId="Web-{C2098413-2AC7-F64E-BF81-2A5B6F14FC49}" dt="2025-12-12T01:55:08.753" v="738"/>
          <ac:spMkLst>
            <pc:docMk/>
            <pc:sldMk cId="2823937353" sldId="259"/>
            <ac:spMk id="17" creationId="{F336B699-A7E0-B07B-241E-ECA8AF579F52}"/>
          </ac:spMkLst>
        </pc:spChg>
        <pc:spChg chg="mod">
          <ac:chgData name="Narmada Nannaka" userId="796bcb1b4e3e52c6" providerId="Windows Live" clId="Web-{C2098413-2AC7-F64E-BF81-2A5B6F14FC49}" dt="2025-12-12T01:56:03.691" v="787" actId="1076"/>
          <ac:spMkLst>
            <pc:docMk/>
            <pc:sldMk cId="2823937353" sldId="259"/>
            <ac:spMk id="18" creationId="{4C6F7E7C-7E1F-EAEB-A86C-ADBEBF1F3EE0}"/>
          </ac:spMkLst>
        </pc:spChg>
        <pc:picChg chg="mod">
          <ac:chgData name="Narmada Nannaka" userId="796bcb1b4e3e52c6" providerId="Windows Live" clId="Web-{C2098413-2AC7-F64E-BF81-2A5B6F14FC49}" dt="2025-12-12T01:56:03.691" v="786" actId="1076"/>
          <ac:picMkLst>
            <pc:docMk/>
            <pc:sldMk cId="2823937353" sldId="259"/>
            <ac:picMk id="20" creationId="{D50B31BC-5E4B-4D2F-AB69-446B0217237C}"/>
          </ac:picMkLst>
        </pc:picChg>
        <pc:picChg chg="del">
          <ac:chgData name="Narmada Nannaka" userId="796bcb1b4e3e52c6" providerId="Windows Live" clId="Web-{C2098413-2AC7-F64E-BF81-2A5B6F14FC49}" dt="2025-12-12T01:55:08.753" v="737"/>
          <ac:picMkLst>
            <pc:docMk/>
            <pc:sldMk cId="2823937353" sldId="259"/>
            <ac:picMk id="22" creationId="{40C918C7-1270-838D-5F16-50C4EBFAA6D3}"/>
          </ac:picMkLst>
        </pc:picChg>
      </pc:sldChg>
      <pc:sldChg chg="addSp delSp modSp modNotes">
        <pc:chgData name="Narmada Nannaka" userId="796bcb1b4e3e52c6" providerId="Windows Live" clId="Web-{C2098413-2AC7-F64E-BF81-2A5B6F14FC49}" dt="2025-12-12T04:06:18.812" v="2705"/>
        <pc:sldMkLst>
          <pc:docMk/>
          <pc:sldMk cId="2291305920" sldId="260"/>
        </pc:sldMkLst>
        <pc:spChg chg="mod">
          <ac:chgData name="Narmada Nannaka" userId="796bcb1b4e3e52c6" providerId="Windows Live" clId="Web-{C2098413-2AC7-F64E-BF81-2A5B6F14FC49}" dt="2025-12-12T03:58:24.023" v="2418" actId="1076"/>
          <ac:spMkLst>
            <pc:docMk/>
            <pc:sldMk cId="2291305920" sldId="260"/>
            <ac:spMk id="4" creationId="{1A3DE1BA-4E99-0CAA-851B-0C44DA632FB0}"/>
          </ac:spMkLst>
        </pc:spChg>
        <pc:spChg chg="mod">
          <ac:chgData name="Narmada Nannaka" userId="796bcb1b4e3e52c6" providerId="Windows Live" clId="Web-{C2098413-2AC7-F64E-BF81-2A5B6F14FC49}" dt="2025-12-12T03:58:24.039" v="2419" actId="1076"/>
          <ac:spMkLst>
            <pc:docMk/>
            <pc:sldMk cId="2291305920" sldId="260"/>
            <ac:spMk id="5" creationId="{8E101092-DF13-9675-B1BC-73B9FC65ECA5}"/>
          </ac:spMkLst>
        </pc:spChg>
        <pc:spChg chg="add mod">
          <ac:chgData name="Narmada Nannaka" userId="796bcb1b4e3e52c6" providerId="Windows Live" clId="Web-{C2098413-2AC7-F64E-BF81-2A5B6F14FC49}" dt="2025-12-12T03:58:13.851" v="2417" actId="1076"/>
          <ac:spMkLst>
            <pc:docMk/>
            <pc:sldMk cId="2291305920" sldId="260"/>
            <ac:spMk id="6" creationId="{C4CF128D-2A26-7CD5-16BB-7892BCADA5DC}"/>
          </ac:spMkLst>
        </pc:spChg>
        <pc:spChg chg="mod">
          <ac:chgData name="Narmada Nannaka" userId="796bcb1b4e3e52c6" providerId="Windows Live" clId="Web-{C2098413-2AC7-F64E-BF81-2A5B6F14FC49}" dt="2025-12-12T03:58:24.055" v="2420" actId="1076"/>
          <ac:spMkLst>
            <pc:docMk/>
            <pc:sldMk cId="2291305920" sldId="260"/>
            <ac:spMk id="7" creationId="{CB74A851-10AC-D1C2-776C-F265D29D096A}"/>
          </ac:spMkLst>
        </pc:spChg>
        <pc:spChg chg="mod">
          <ac:chgData name="Narmada Nannaka" userId="796bcb1b4e3e52c6" providerId="Windows Live" clId="Web-{C2098413-2AC7-F64E-BF81-2A5B6F14FC49}" dt="2025-12-12T03:58:24.070" v="2421" actId="1076"/>
          <ac:spMkLst>
            <pc:docMk/>
            <pc:sldMk cId="2291305920" sldId="260"/>
            <ac:spMk id="8" creationId="{8CC307AC-EA4E-1419-8E0B-81646F16E7F3}"/>
          </ac:spMkLst>
        </pc:spChg>
        <pc:spChg chg="mod">
          <ac:chgData name="Narmada Nannaka" userId="796bcb1b4e3e52c6" providerId="Windows Live" clId="Web-{C2098413-2AC7-F64E-BF81-2A5B6F14FC49}" dt="2025-12-12T03:58:24.086" v="2422" actId="1076"/>
          <ac:spMkLst>
            <pc:docMk/>
            <pc:sldMk cId="2291305920" sldId="260"/>
            <ac:spMk id="9" creationId="{BC908A97-7C73-0943-9F11-3F796A456ED5}"/>
          </ac:spMkLst>
        </pc:spChg>
        <pc:spChg chg="mod">
          <ac:chgData name="Narmada Nannaka" userId="796bcb1b4e3e52c6" providerId="Windows Live" clId="Web-{C2098413-2AC7-F64E-BF81-2A5B6F14FC49}" dt="2025-12-12T03:58:24.102" v="2423" actId="1076"/>
          <ac:spMkLst>
            <pc:docMk/>
            <pc:sldMk cId="2291305920" sldId="260"/>
            <ac:spMk id="10" creationId="{0F35AA7D-B694-EDDD-7BEF-CDF6541DB110}"/>
          </ac:spMkLst>
        </pc:spChg>
        <pc:spChg chg="mod">
          <ac:chgData name="Narmada Nannaka" userId="796bcb1b4e3e52c6" providerId="Windows Live" clId="Web-{C2098413-2AC7-F64E-BF81-2A5B6F14FC49}" dt="2025-12-12T03:58:24.102" v="2424" actId="1076"/>
          <ac:spMkLst>
            <pc:docMk/>
            <pc:sldMk cId="2291305920" sldId="260"/>
            <ac:spMk id="11" creationId="{5F347E4D-F5D4-3B37-0ADB-C7B92900F996}"/>
          </ac:spMkLst>
        </pc:spChg>
        <pc:spChg chg="mod">
          <ac:chgData name="Narmada Nannaka" userId="796bcb1b4e3e52c6" providerId="Windows Live" clId="Web-{C2098413-2AC7-F64E-BF81-2A5B6F14FC49}" dt="2025-12-12T03:58:24.117" v="2425" actId="1076"/>
          <ac:spMkLst>
            <pc:docMk/>
            <pc:sldMk cId="2291305920" sldId="260"/>
            <ac:spMk id="12" creationId="{04BBE61A-A16F-3109-9CDB-4A319041F809}"/>
          </ac:spMkLst>
        </pc:spChg>
        <pc:spChg chg="mod">
          <ac:chgData name="Narmada Nannaka" userId="796bcb1b4e3e52c6" providerId="Windows Live" clId="Web-{C2098413-2AC7-F64E-BF81-2A5B6F14FC49}" dt="2025-12-12T03:58:24.133" v="2426" actId="1076"/>
          <ac:spMkLst>
            <pc:docMk/>
            <pc:sldMk cId="2291305920" sldId="260"/>
            <ac:spMk id="13" creationId="{70A4B26F-5377-6025-DD02-DA03785983DF}"/>
          </ac:spMkLst>
        </pc:spChg>
        <pc:spChg chg="mod">
          <ac:chgData name="Narmada Nannaka" userId="796bcb1b4e3e52c6" providerId="Windows Live" clId="Web-{C2098413-2AC7-F64E-BF81-2A5B6F14FC49}" dt="2025-12-12T03:58:24.148" v="2427" actId="1076"/>
          <ac:spMkLst>
            <pc:docMk/>
            <pc:sldMk cId="2291305920" sldId="260"/>
            <ac:spMk id="14" creationId="{929D86F9-9960-1ACA-6486-4749D18A64FE}"/>
          </ac:spMkLst>
        </pc:spChg>
        <pc:spChg chg="mod">
          <ac:chgData name="Narmada Nannaka" userId="796bcb1b4e3e52c6" providerId="Windows Live" clId="Web-{C2098413-2AC7-F64E-BF81-2A5B6F14FC49}" dt="2025-12-12T03:58:24.164" v="2428" actId="1076"/>
          <ac:spMkLst>
            <pc:docMk/>
            <pc:sldMk cId="2291305920" sldId="260"/>
            <ac:spMk id="15" creationId="{97C70335-390F-3769-06EC-0440069CBDE0}"/>
          </ac:spMkLst>
        </pc:spChg>
        <pc:spChg chg="mod">
          <ac:chgData name="Narmada Nannaka" userId="796bcb1b4e3e52c6" providerId="Windows Live" clId="Web-{C2098413-2AC7-F64E-BF81-2A5B6F14FC49}" dt="2025-12-12T03:58:24.164" v="2429" actId="1076"/>
          <ac:spMkLst>
            <pc:docMk/>
            <pc:sldMk cId="2291305920" sldId="260"/>
            <ac:spMk id="16" creationId="{4C16A146-6C0E-2CBC-4AD3-A001CBE8BFE7}"/>
          </ac:spMkLst>
        </pc:spChg>
        <pc:spChg chg="mod">
          <ac:chgData name="Narmada Nannaka" userId="796bcb1b4e3e52c6" providerId="Windows Live" clId="Web-{C2098413-2AC7-F64E-BF81-2A5B6F14FC49}" dt="2025-12-12T03:58:24.180" v="2430" actId="1076"/>
          <ac:spMkLst>
            <pc:docMk/>
            <pc:sldMk cId="2291305920" sldId="260"/>
            <ac:spMk id="17" creationId="{B374AEE8-A9D6-1294-2B2C-4EB33193C9C0}"/>
          </ac:spMkLst>
        </pc:spChg>
        <pc:spChg chg="mod">
          <ac:chgData name="Narmada Nannaka" userId="796bcb1b4e3e52c6" providerId="Windows Live" clId="Web-{C2098413-2AC7-F64E-BF81-2A5B6F14FC49}" dt="2025-12-12T03:58:24.195" v="2431" actId="1076"/>
          <ac:spMkLst>
            <pc:docMk/>
            <pc:sldMk cId="2291305920" sldId="260"/>
            <ac:spMk id="18" creationId="{EBFB3783-EFCA-BB0B-1FE5-1FB82679F3CD}"/>
          </ac:spMkLst>
        </pc:spChg>
        <pc:spChg chg="mod">
          <ac:chgData name="Narmada Nannaka" userId="796bcb1b4e3e52c6" providerId="Windows Live" clId="Web-{C2098413-2AC7-F64E-BF81-2A5B6F14FC49}" dt="2025-12-12T03:58:24.211" v="2432" actId="1076"/>
          <ac:spMkLst>
            <pc:docMk/>
            <pc:sldMk cId="2291305920" sldId="260"/>
            <ac:spMk id="19" creationId="{291BC14E-77E0-870C-ABFA-E3D661169F0A}"/>
          </ac:spMkLst>
        </pc:spChg>
        <pc:spChg chg="mod">
          <ac:chgData name="Narmada Nannaka" userId="796bcb1b4e3e52c6" providerId="Windows Live" clId="Web-{C2098413-2AC7-F64E-BF81-2A5B6F14FC49}" dt="2025-12-12T03:58:24.227" v="2433" actId="1076"/>
          <ac:spMkLst>
            <pc:docMk/>
            <pc:sldMk cId="2291305920" sldId="260"/>
            <ac:spMk id="20" creationId="{2872E700-B1D4-AF4A-3E83-8C9AB24D6E93}"/>
          </ac:spMkLst>
        </pc:spChg>
        <pc:spChg chg="add del mod">
          <ac:chgData name="Narmada Nannaka" userId="796bcb1b4e3e52c6" providerId="Windows Live" clId="Web-{C2098413-2AC7-F64E-BF81-2A5B6F14FC49}" dt="2025-12-12T03:58:48.368" v="2437"/>
          <ac:spMkLst>
            <pc:docMk/>
            <pc:sldMk cId="2291305920" sldId="260"/>
            <ac:spMk id="21" creationId="{D295FBAA-7CAB-CC23-08C2-9C2E8F469E2A}"/>
          </ac:spMkLst>
        </pc:spChg>
        <pc:cxnChg chg="add">
          <ac:chgData name="Narmada Nannaka" userId="796bcb1b4e3e52c6" providerId="Windows Live" clId="Web-{C2098413-2AC7-F64E-BF81-2A5B6F14FC49}" dt="2025-12-12T03:59:01.853" v="2438"/>
          <ac:cxnSpMkLst>
            <pc:docMk/>
            <pc:sldMk cId="2291305920" sldId="260"/>
            <ac:cxnSpMk id="22" creationId="{72DC2BC4-F85D-3D2A-F57A-5A7E6577064A}"/>
          </ac:cxnSpMkLst>
        </pc:cxnChg>
      </pc:sldChg>
      <pc:sldChg chg="addSp delSp modSp modNotes">
        <pc:chgData name="Narmada Nannaka" userId="796bcb1b4e3e52c6" providerId="Windows Live" clId="Web-{C2098413-2AC7-F64E-BF81-2A5B6F14FC49}" dt="2025-12-12T02:11:12.431" v="868" actId="1076"/>
        <pc:sldMkLst>
          <pc:docMk/>
          <pc:sldMk cId="2909009174" sldId="261"/>
        </pc:sldMkLst>
        <pc:spChg chg="mod">
          <ac:chgData name="Narmada Nannaka" userId="796bcb1b4e3e52c6" providerId="Windows Live" clId="Web-{C2098413-2AC7-F64E-BF81-2A5B6F14FC49}" dt="2025-12-12T01:19:18.475" v="146" actId="20577"/>
          <ac:spMkLst>
            <pc:docMk/>
            <pc:sldMk cId="2909009174" sldId="261"/>
            <ac:spMk id="2" creationId="{0AA07FA1-7BBB-6254-792F-29EE8F46B83F}"/>
          </ac:spMkLst>
        </pc:spChg>
        <pc:spChg chg="add del mod">
          <ac:chgData name="Narmada Nannaka" userId="796bcb1b4e3e52c6" providerId="Windows Live" clId="Web-{C2098413-2AC7-F64E-BF81-2A5B6F14FC49}" dt="2025-12-12T01:18:55.599" v="124"/>
          <ac:spMkLst>
            <pc:docMk/>
            <pc:sldMk cId="2909009174" sldId="261"/>
            <ac:spMk id="4" creationId="{C7F147F7-DF4E-D929-FC10-1FEBF00CB260}"/>
          </ac:spMkLst>
        </pc:spChg>
        <pc:spChg chg="mod">
          <ac:chgData name="Narmada Nannaka" userId="796bcb1b4e3e52c6" providerId="Windows Live" clId="Web-{C2098413-2AC7-F64E-BF81-2A5B6F14FC49}" dt="2025-12-12T02:11:11.618" v="833" actId="1076"/>
          <ac:spMkLst>
            <pc:docMk/>
            <pc:sldMk cId="2909009174" sldId="261"/>
            <ac:spMk id="5" creationId="{F9D12934-B983-2B3B-4F40-4C89C6D57997}"/>
          </ac:spMkLst>
        </pc:spChg>
        <pc:spChg chg="mod">
          <ac:chgData name="Narmada Nannaka" userId="796bcb1b4e3e52c6" providerId="Windows Live" clId="Web-{C2098413-2AC7-F64E-BF81-2A5B6F14FC49}" dt="2025-12-12T02:11:11.649" v="834" actId="1076"/>
          <ac:spMkLst>
            <pc:docMk/>
            <pc:sldMk cId="2909009174" sldId="261"/>
            <ac:spMk id="6" creationId="{A12E0AAC-ECE3-41F9-F64A-AFB60E28DBBF}"/>
          </ac:spMkLst>
        </pc:spChg>
        <pc:spChg chg="mod">
          <ac:chgData name="Narmada Nannaka" userId="796bcb1b4e3e52c6" providerId="Windows Live" clId="Web-{C2098413-2AC7-F64E-BF81-2A5B6F14FC49}" dt="2025-12-12T02:11:11.681" v="835" actId="1076"/>
          <ac:spMkLst>
            <pc:docMk/>
            <pc:sldMk cId="2909009174" sldId="261"/>
            <ac:spMk id="7" creationId="{30BC5FEE-420F-D5BB-08A8-426FA64E1EA0}"/>
          </ac:spMkLst>
        </pc:spChg>
        <pc:spChg chg="mod">
          <ac:chgData name="Narmada Nannaka" userId="796bcb1b4e3e52c6" providerId="Windows Live" clId="Web-{C2098413-2AC7-F64E-BF81-2A5B6F14FC49}" dt="2025-12-12T02:11:11.696" v="836" actId="1076"/>
          <ac:spMkLst>
            <pc:docMk/>
            <pc:sldMk cId="2909009174" sldId="261"/>
            <ac:spMk id="8" creationId="{ADC56263-EA13-7E77-959D-12C43F31AAE9}"/>
          </ac:spMkLst>
        </pc:spChg>
        <pc:spChg chg="mod">
          <ac:chgData name="Narmada Nannaka" userId="796bcb1b4e3e52c6" providerId="Windows Live" clId="Web-{C2098413-2AC7-F64E-BF81-2A5B6F14FC49}" dt="2025-12-12T02:11:11.727" v="837" actId="1076"/>
          <ac:spMkLst>
            <pc:docMk/>
            <pc:sldMk cId="2909009174" sldId="261"/>
            <ac:spMk id="9" creationId="{FB9C69CE-D66C-F839-A87D-4E1487372385}"/>
          </ac:spMkLst>
        </pc:spChg>
        <pc:spChg chg="mod">
          <ac:chgData name="Narmada Nannaka" userId="796bcb1b4e3e52c6" providerId="Windows Live" clId="Web-{C2098413-2AC7-F64E-BF81-2A5B6F14FC49}" dt="2025-12-12T02:11:11.743" v="838" actId="1076"/>
          <ac:spMkLst>
            <pc:docMk/>
            <pc:sldMk cId="2909009174" sldId="261"/>
            <ac:spMk id="10" creationId="{DA2D4A60-6FD6-0876-0198-5B99623A8276}"/>
          </ac:spMkLst>
        </pc:spChg>
        <pc:spChg chg="mod">
          <ac:chgData name="Narmada Nannaka" userId="796bcb1b4e3e52c6" providerId="Windows Live" clId="Web-{C2098413-2AC7-F64E-BF81-2A5B6F14FC49}" dt="2025-12-12T02:11:11.774" v="839" actId="1076"/>
          <ac:spMkLst>
            <pc:docMk/>
            <pc:sldMk cId="2909009174" sldId="261"/>
            <ac:spMk id="11" creationId="{09018351-B1C9-A651-F57E-25BD70531ABA}"/>
          </ac:spMkLst>
        </pc:spChg>
        <pc:spChg chg="mod">
          <ac:chgData name="Narmada Nannaka" userId="796bcb1b4e3e52c6" providerId="Windows Live" clId="Web-{C2098413-2AC7-F64E-BF81-2A5B6F14FC49}" dt="2025-12-12T02:11:11.790" v="840" actId="1076"/>
          <ac:spMkLst>
            <pc:docMk/>
            <pc:sldMk cId="2909009174" sldId="261"/>
            <ac:spMk id="12" creationId="{5EB8DC8C-8FF4-105C-C2FE-812758182A17}"/>
          </ac:spMkLst>
        </pc:spChg>
        <pc:spChg chg="mod">
          <ac:chgData name="Narmada Nannaka" userId="796bcb1b4e3e52c6" providerId="Windows Live" clId="Web-{C2098413-2AC7-F64E-BF81-2A5B6F14FC49}" dt="2025-12-12T02:11:11.821" v="841" actId="1076"/>
          <ac:spMkLst>
            <pc:docMk/>
            <pc:sldMk cId="2909009174" sldId="261"/>
            <ac:spMk id="13" creationId="{B45554A1-9DE8-B656-D252-6F9BEBD98BE6}"/>
          </ac:spMkLst>
        </pc:spChg>
        <pc:spChg chg="mod">
          <ac:chgData name="Narmada Nannaka" userId="796bcb1b4e3e52c6" providerId="Windows Live" clId="Web-{C2098413-2AC7-F64E-BF81-2A5B6F14FC49}" dt="2025-12-12T02:11:11.837" v="842" actId="1076"/>
          <ac:spMkLst>
            <pc:docMk/>
            <pc:sldMk cId="2909009174" sldId="261"/>
            <ac:spMk id="14" creationId="{0205F4E5-A6C7-F88C-A6EA-02D8677B8242}"/>
          </ac:spMkLst>
        </pc:spChg>
        <pc:spChg chg="mod">
          <ac:chgData name="Narmada Nannaka" userId="796bcb1b4e3e52c6" providerId="Windows Live" clId="Web-{C2098413-2AC7-F64E-BF81-2A5B6F14FC49}" dt="2025-12-12T02:11:11.868" v="843" actId="1076"/>
          <ac:spMkLst>
            <pc:docMk/>
            <pc:sldMk cId="2909009174" sldId="261"/>
            <ac:spMk id="15" creationId="{6F3D3CAA-2E65-8417-9CBE-59BD07BAC69E}"/>
          </ac:spMkLst>
        </pc:spChg>
        <pc:spChg chg="mod">
          <ac:chgData name="Narmada Nannaka" userId="796bcb1b4e3e52c6" providerId="Windows Live" clId="Web-{C2098413-2AC7-F64E-BF81-2A5B6F14FC49}" dt="2025-12-12T02:11:11.884" v="844" actId="1076"/>
          <ac:spMkLst>
            <pc:docMk/>
            <pc:sldMk cId="2909009174" sldId="261"/>
            <ac:spMk id="16" creationId="{9C78A4D7-D2E3-E3F7-F92E-DAB1128CC7C3}"/>
          </ac:spMkLst>
        </pc:spChg>
        <pc:spChg chg="mod">
          <ac:chgData name="Narmada Nannaka" userId="796bcb1b4e3e52c6" providerId="Windows Live" clId="Web-{C2098413-2AC7-F64E-BF81-2A5B6F14FC49}" dt="2025-12-12T02:11:11.915" v="845" actId="1076"/>
          <ac:spMkLst>
            <pc:docMk/>
            <pc:sldMk cId="2909009174" sldId="261"/>
            <ac:spMk id="17" creationId="{E124FBAB-F786-A04C-F6CB-4723CDFA9E09}"/>
          </ac:spMkLst>
        </pc:spChg>
        <pc:spChg chg="mod">
          <ac:chgData name="Narmada Nannaka" userId="796bcb1b4e3e52c6" providerId="Windows Live" clId="Web-{C2098413-2AC7-F64E-BF81-2A5B6F14FC49}" dt="2025-12-12T02:11:11.931" v="846" actId="1076"/>
          <ac:spMkLst>
            <pc:docMk/>
            <pc:sldMk cId="2909009174" sldId="261"/>
            <ac:spMk id="18" creationId="{7DBBCFB7-DDCB-74D5-2357-68391B18DD4A}"/>
          </ac:spMkLst>
        </pc:spChg>
        <pc:spChg chg="mod">
          <ac:chgData name="Narmada Nannaka" userId="796bcb1b4e3e52c6" providerId="Windows Live" clId="Web-{C2098413-2AC7-F64E-BF81-2A5B6F14FC49}" dt="2025-12-12T02:11:11.962" v="847" actId="1076"/>
          <ac:spMkLst>
            <pc:docMk/>
            <pc:sldMk cId="2909009174" sldId="261"/>
            <ac:spMk id="19" creationId="{7FD26680-FCAF-F6C2-83F0-6C32AC981104}"/>
          </ac:spMkLst>
        </pc:spChg>
        <pc:spChg chg="mod">
          <ac:chgData name="Narmada Nannaka" userId="796bcb1b4e3e52c6" providerId="Windows Live" clId="Web-{C2098413-2AC7-F64E-BF81-2A5B6F14FC49}" dt="2025-12-12T02:11:11.977" v="848" actId="1076"/>
          <ac:spMkLst>
            <pc:docMk/>
            <pc:sldMk cId="2909009174" sldId="261"/>
            <ac:spMk id="20" creationId="{B9C72922-D002-A7DE-CB9E-B3AED31C3210}"/>
          </ac:spMkLst>
        </pc:spChg>
        <pc:spChg chg="mod">
          <ac:chgData name="Narmada Nannaka" userId="796bcb1b4e3e52c6" providerId="Windows Live" clId="Web-{C2098413-2AC7-F64E-BF81-2A5B6F14FC49}" dt="2025-12-12T02:11:11.993" v="849" actId="1076"/>
          <ac:spMkLst>
            <pc:docMk/>
            <pc:sldMk cId="2909009174" sldId="261"/>
            <ac:spMk id="21" creationId="{4065C102-0FF6-9A64-A7E7-B04B0A7AAF85}"/>
          </ac:spMkLst>
        </pc:spChg>
        <pc:spChg chg="mod">
          <ac:chgData name="Narmada Nannaka" userId="796bcb1b4e3e52c6" providerId="Windows Live" clId="Web-{C2098413-2AC7-F64E-BF81-2A5B6F14FC49}" dt="2025-12-12T02:11:12.024" v="850" actId="1076"/>
          <ac:spMkLst>
            <pc:docMk/>
            <pc:sldMk cId="2909009174" sldId="261"/>
            <ac:spMk id="22" creationId="{9B523BA9-DD9A-4547-464D-487A144DD368}"/>
          </ac:spMkLst>
        </pc:spChg>
        <pc:spChg chg="mod">
          <ac:chgData name="Narmada Nannaka" userId="796bcb1b4e3e52c6" providerId="Windows Live" clId="Web-{C2098413-2AC7-F64E-BF81-2A5B6F14FC49}" dt="2025-12-12T02:11:12.040" v="851" actId="1076"/>
          <ac:spMkLst>
            <pc:docMk/>
            <pc:sldMk cId="2909009174" sldId="261"/>
            <ac:spMk id="23" creationId="{4D5C4EC4-1330-DE74-5E8A-59EBA73A93FA}"/>
          </ac:spMkLst>
        </pc:spChg>
        <pc:spChg chg="mod">
          <ac:chgData name="Narmada Nannaka" userId="796bcb1b4e3e52c6" providerId="Windows Live" clId="Web-{C2098413-2AC7-F64E-BF81-2A5B6F14FC49}" dt="2025-12-12T02:11:12.071" v="852" actId="1076"/>
          <ac:spMkLst>
            <pc:docMk/>
            <pc:sldMk cId="2909009174" sldId="261"/>
            <ac:spMk id="24" creationId="{1E14F646-C80A-7A6F-0420-907907239181}"/>
          </ac:spMkLst>
        </pc:spChg>
        <pc:spChg chg="mod">
          <ac:chgData name="Narmada Nannaka" userId="796bcb1b4e3e52c6" providerId="Windows Live" clId="Web-{C2098413-2AC7-F64E-BF81-2A5B6F14FC49}" dt="2025-12-12T02:11:12.087" v="853" actId="1076"/>
          <ac:spMkLst>
            <pc:docMk/>
            <pc:sldMk cId="2909009174" sldId="261"/>
            <ac:spMk id="25" creationId="{0413F497-35AF-0221-BEA5-3A6DEBE032FF}"/>
          </ac:spMkLst>
        </pc:spChg>
        <pc:spChg chg="mod">
          <ac:chgData name="Narmada Nannaka" userId="796bcb1b4e3e52c6" providerId="Windows Live" clId="Web-{C2098413-2AC7-F64E-BF81-2A5B6F14FC49}" dt="2025-12-12T02:11:12.102" v="854" actId="1076"/>
          <ac:spMkLst>
            <pc:docMk/>
            <pc:sldMk cId="2909009174" sldId="261"/>
            <ac:spMk id="26" creationId="{927EF21D-AEA3-6C11-FE49-05B442ED8B32}"/>
          </ac:spMkLst>
        </pc:spChg>
        <pc:spChg chg="mod">
          <ac:chgData name="Narmada Nannaka" userId="796bcb1b4e3e52c6" providerId="Windows Live" clId="Web-{C2098413-2AC7-F64E-BF81-2A5B6F14FC49}" dt="2025-12-12T02:11:12.134" v="855" actId="1076"/>
          <ac:spMkLst>
            <pc:docMk/>
            <pc:sldMk cId="2909009174" sldId="261"/>
            <ac:spMk id="27" creationId="{A27D3BF8-39D7-D386-FE03-50C672265532}"/>
          </ac:spMkLst>
        </pc:spChg>
        <pc:spChg chg="mod">
          <ac:chgData name="Narmada Nannaka" userId="796bcb1b4e3e52c6" providerId="Windows Live" clId="Web-{C2098413-2AC7-F64E-BF81-2A5B6F14FC49}" dt="2025-12-12T02:11:12.149" v="856" actId="1076"/>
          <ac:spMkLst>
            <pc:docMk/>
            <pc:sldMk cId="2909009174" sldId="261"/>
            <ac:spMk id="28" creationId="{DB329114-D104-41A2-30BD-1517D7F41383}"/>
          </ac:spMkLst>
        </pc:spChg>
        <pc:spChg chg="mod">
          <ac:chgData name="Narmada Nannaka" userId="796bcb1b4e3e52c6" providerId="Windows Live" clId="Web-{C2098413-2AC7-F64E-BF81-2A5B6F14FC49}" dt="2025-12-12T02:11:12.181" v="857" actId="1076"/>
          <ac:spMkLst>
            <pc:docMk/>
            <pc:sldMk cId="2909009174" sldId="261"/>
            <ac:spMk id="29" creationId="{EE79933B-7213-BA9F-518F-F505D88E1F18}"/>
          </ac:spMkLst>
        </pc:spChg>
        <pc:spChg chg="mod">
          <ac:chgData name="Narmada Nannaka" userId="796bcb1b4e3e52c6" providerId="Windows Live" clId="Web-{C2098413-2AC7-F64E-BF81-2A5B6F14FC49}" dt="2025-12-12T02:11:12.196" v="858" actId="1076"/>
          <ac:spMkLst>
            <pc:docMk/>
            <pc:sldMk cId="2909009174" sldId="261"/>
            <ac:spMk id="30" creationId="{E6CAFED4-E6F0-5D5B-1CC7-E2C159EE75B2}"/>
          </ac:spMkLst>
        </pc:spChg>
        <pc:spChg chg="mod">
          <ac:chgData name="Narmada Nannaka" userId="796bcb1b4e3e52c6" providerId="Windows Live" clId="Web-{C2098413-2AC7-F64E-BF81-2A5B6F14FC49}" dt="2025-12-12T02:11:12.227" v="859" actId="1076"/>
          <ac:spMkLst>
            <pc:docMk/>
            <pc:sldMk cId="2909009174" sldId="261"/>
            <ac:spMk id="31" creationId="{532F22B7-1E4B-532C-C15C-F84430E00C82}"/>
          </ac:spMkLst>
        </pc:spChg>
        <pc:spChg chg="mod">
          <ac:chgData name="Narmada Nannaka" userId="796bcb1b4e3e52c6" providerId="Windows Live" clId="Web-{C2098413-2AC7-F64E-BF81-2A5B6F14FC49}" dt="2025-12-12T02:11:12.243" v="860" actId="1076"/>
          <ac:spMkLst>
            <pc:docMk/>
            <pc:sldMk cId="2909009174" sldId="261"/>
            <ac:spMk id="32" creationId="{6174A5E5-567D-0A0A-CB28-367074317056}"/>
          </ac:spMkLst>
        </pc:spChg>
        <pc:spChg chg="mod">
          <ac:chgData name="Narmada Nannaka" userId="796bcb1b4e3e52c6" providerId="Windows Live" clId="Web-{C2098413-2AC7-F64E-BF81-2A5B6F14FC49}" dt="2025-12-12T02:11:12.259" v="861" actId="1076"/>
          <ac:spMkLst>
            <pc:docMk/>
            <pc:sldMk cId="2909009174" sldId="261"/>
            <ac:spMk id="33" creationId="{826BE6C5-DA80-8C7E-094C-2B11E460A802}"/>
          </ac:spMkLst>
        </pc:spChg>
        <pc:spChg chg="mod">
          <ac:chgData name="Narmada Nannaka" userId="796bcb1b4e3e52c6" providerId="Windows Live" clId="Web-{C2098413-2AC7-F64E-BF81-2A5B6F14FC49}" dt="2025-12-12T02:11:12.290" v="862" actId="1076"/>
          <ac:spMkLst>
            <pc:docMk/>
            <pc:sldMk cId="2909009174" sldId="261"/>
            <ac:spMk id="34" creationId="{00763D48-6482-5EDA-1813-AC0A7764C864}"/>
          </ac:spMkLst>
        </pc:spChg>
        <pc:spChg chg="mod">
          <ac:chgData name="Narmada Nannaka" userId="796bcb1b4e3e52c6" providerId="Windows Live" clId="Web-{C2098413-2AC7-F64E-BF81-2A5B6F14FC49}" dt="2025-12-12T02:11:12.321" v="863" actId="1076"/>
          <ac:spMkLst>
            <pc:docMk/>
            <pc:sldMk cId="2909009174" sldId="261"/>
            <ac:spMk id="35" creationId="{04A093C5-CD4F-64BC-9C3E-30788B3B7526}"/>
          </ac:spMkLst>
        </pc:spChg>
        <pc:spChg chg="mod">
          <ac:chgData name="Narmada Nannaka" userId="796bcb1b4e3e52c6" providerId="Windows Live" clId="Web-{C2098413-2AC7-F64E-BF81-2A5B6F14FC49}" dt="2025-12-12T02:11:12.337" v="864" actId="1076"/>
          <ac:spMkLst>
            <pc:docMk/>
            <pc:sldMk cId="2909009174" sldId="261"/>
            <ac:spMk id="36" creationId="{DED7A6BE-CF3F-3652-3257-8AE4FA6E474F}"/>
          </ac:spMkLst>
        </pc:spChg>
        <pc:spChg chg="mod">
          <ac:chgData name="Narmada Nannaka" userId="796bcb1b4e3e52c6" providerId="Windows Live" clId="Web-{C2098413-2AC7-F64E-BF81-2A5B6F14FC49}" dt="2025-12-12T02:11:12.368" v="865" actId="1076"/>
          <ac:spMkLst>
            <pc:docMk/>
            <pc:sldMk cId="2909009174" sldId="261"/>
            <ac:spMk id="37" creationId="{39129C13-AF53-FE61-4CAC-57005305F221}"/>
          </ac:spMkLst>
        </pc:spChg>
        <pc:spChg chg="mod">
          <ac:chgData name="Narmada Nannaka" userId="796bcb1b4e3e52c6" providerId="Windows Live" clId="Web-{C2098413-2AC7-F64E-BF81-2A5B6F14FC49}" dt="2025-12-12T02:11:12.384" v="866" actId="1076"/>
          <ac:spMkLst>
            <pc:docMk/>
            <pc:sldMk cId="2909009174" sldId="261"/>
            <ac:spMk id="38" creationId="{31734DA7-B391-B0DE-AC24-859D3A535F6A}"/>
          </ac:spMkLst>
        </pc:spChg>
        <pc:spChg chg="mod">
          <ac:chgData name="Narmada Nannaka" userId="796bcb1b4e3e52c6" providerId="Windows Live" clId="Web-{C2098413-2AC7-F64E-BF81-2A5B6F14FC49}" dt="2025-12-12T02:11:12.399" v="867" actId="1076"/>
          <ac:spMkLst>
            <pc:docMk/>
            <pc:sldMk cId="2909009174" sldId="261"/>
            <ac:spMk id="39" creationId="{09009DD0-7655-AEA1-497D-D1B742D0E670}"/>
          </ac:spMkLst>
        </pc:spChg>
        <pc:spChg chg="mod">
          <ac:chgData name="Narmada Nannaka" userId="796bcb1b4e3e52c6" providerId="Windows Live" clId="Web-{C2098413-2AC7-F64E-BF81-2A5B6F14FC49}" dt="2025-12-12T02:11:12.431" v="868" actId="1076"/>
          <ac:spMkLst>
            <pc:docMk/>
            <pc:sldMk cId="2909009174" sldId="261"/>
            <ac:spMk id="40" creationId="{93799135-51F4-D1A8-F2AA-86F34DBB1446}"/>
          </ac:spMkLst>
        </pc:spChg>
        <pc:spChg chg="del mod">
          <ac:chgData name="Narmada Nannaka" userId="796bcb1b4e3e52c6" providerId="Windows Live" clId="Web-{C2098413-2AC7-F64E-BF81-2A5B6F14FC49}" dt="2025-12-12T01:18:55.615" v="130"/>
          <ac:spMkLst>
            <pc:docMk/>
            <pc:sldMk cId="2909009174" sldId="261"/>
            <ac:spMk id="44" creationId="{ADBCCAD0-49CC-B917-9002-19E4B2E11DEF}"/>
          </ac:spMkLst>
        </pc:spChg>
        <pc:spChg chg="del mod">
          <ac:chgData name="Narmada Nannaka" userId="796bcb1b4e3e52c6" providerId="Windows Live" clId="Web-{C2098413-2AC7-F64E-BF81-2A5B6F14FC49}" dt="2025-12-12T01:46:12.038" v="605"/>
          <ac:spMkLst>
            <pc:docMk/>
            <pc:sldMk cId="2909009174" sldId="261"/>
            <ac:spMk id="45" creationId="{925D3499-D51F-C5ED-015C-B4054539CE79}"/>
          </ac:spMkLst>
        </pc:spChg>
        <pc:spChg chg="del mod">
          <ac:chgData name="Narmada Nannaka" userId="796bcb1b4e3e52c6" providerId="Windows Live" clId="Web-{C2098413-2AC7-F64E-BF81-2A5B6F14FC49}" dt="2025-12-12T01:18:55.615" v="129"/>
          <ac:spMkLst>
            <pc:docMk/>
            <pc:sldMk cId="2909009174" sldId="261"/>
            <ac:spMk id="53" creationId="{93C13F76-CEFD-26AF-410F-31438056D7DB}"/>
          </ac:spMkLst>
        </pc:spChg>
        <pc:spChg chg="del mod">
          <ac:chgData name="Narmada Nannaka" userId="796bcb1b4e3e52c6" providerId="Windows Live" clId="Web-{C2098413-2AC7-F64E-BF81-2A5B6F14FC49}" dt="2025-12-12T01:18:55.615" v="128"/>
          <ac:spMkLst>
            <pc:docMk/>
            <pc:sldMk cId="2909009174" sldId="261"/>
            <ac:spMk id="55" creationId="{C3540131-4E09-377E-591A-598AF504A083}"/>
          </ac:spMkLst>
        </pc:spChg>
        <pc:spChg chg="del mod">
          <ac:chgData name="Narmada Nannaka" userId="796bcb1b4e3e52c6" providerId="Windows Live" clId="Web-{C2098413-2AC7-F64E-BF81-2A5B6F14FC49}" dt="2025-12-12T01:18:55.599" v="127"/>
          <ac:spMkLst>
            <pc:docMk/>
            <pc:sldMk cId="2909009174" sldId="261"/>
            <ac:spMk id="58" creationId="{6DA3F9D2-5AA7-9A45-4978-4F6483F8C462}"/>
          </ac:spMkLst>
        </pc:spChg>
        <pc:spChg chg="del mod">
          <ac:chgData name="Narmada Nannaka" userId="796bcb1b4e3e52c6" providerId="Windows Live" clId="Web-{C2098413-2AC7-F64E-BF81-2A5B6F14FC49}" dt="2025-12-12T01:18:55.599" v="126"/>
          <ac:spMkLst>
            <pc:docMk/>
            <pc:sldMk cId="2909009174" sldId="261"/>
            <ac:spMk id="61" creationId="{2034E76B-F537-D7F5-5317-8BF1BD9CBE84}"/>
          </ac:spMkLst>
        </pc:spChg>
        <pc:spChg chg="del mod">
          <ac:chgData name="Narmada Nannaka" userId="796bcb1b4e3e52c6" providerId="Windows Live" clId="Web-{C2098413-2AC7-F64E-BF81-2A5B6F14FC49}" dt="2025-12-12T01:18:55.599" v="125"/>
          <ac:spMkLst>
            <pc:docMk/>
            <pc:sldMk cId="2909009174" sldId="261"/>
            <ac:spMk id="62" creationId="{870D2583-FED3-7A5E-2179-453247881FEB}"/>
          </ac:spMkLst>
        </pc:spChg>
        <pc:cxnChg chg="del mod">
          <ac:chgData name="Narmada Nannaka" userId="796bcb1b4e3e52c6" providerId="Windows Live" clId="Web-{C2098413-2AC7-F64E-BF81-2A5B6F14FC49}" dt="2025-12-12T01:46:23.726" v="606"/>
          <ac:cxnSpMkLst>
            <pc:docMk/>
            <pc:sldMk cId="2909009174" sldId="261"/>
            <ac:cxnSpMk id="64" creationId="{157C1303-0DD7-8DCE-2BAE-EC6A98759232}"/>
          </ac:cxnSpMkLst>
        </pc:cxnChg>
      </pc:sldChg>
      <pc:sldChg chg="addSp delSp modSp add del ord replId">
        <pc:chgData name="Narmada Nannaka" userId="796bcb1b4e3e52c6" providerId="Windows Live" clId="Web-{C2098413-2AC7-F64E-BF81-2A5B6F14FC49}" dt="2025-12-12T01:45:56.537" v="604"/>
        <pc:sldMkLst>
          <pc:docMk/>
          <pc:sldMk cId="1819276789" sldId="262"/>
        </pc:sldMkLst>
        <pc:spChg chg="mod">
          <ac:chgData name="Narmada Nannaka" userId="796bcb1b4e3e52c6" providerId="Windows Live" clId="Web-{C2098413-2AC7-F64E-BF81-2A5B6F14FC49}" dt="2025-12-12T01:18:46.068" v="122" actId="20577"/>
          <ac:spMkLst>
            <pc:docMk/>
            <pc:sldMk cId="1819276789" sldId="262"/>
            <ac:spMk id="2" creationId="{F1FB2C20-340B-83DB-EE5B-FC91C020F2BD}"/>
          </ac:spMkLst>
        </pc:spChg>
        <pc:spChg chg="add">
          <ac:chgData name="Narmada Nannaka" userId="796bcb1b4e3e52c6" providerId="Windows Live" clId="Web-{C2098413-2AC7-F64E-BF81-2A5B6F14FC49}" dt="2025-12-12T01:18:58.427" v="131"/>
          <ac:spMkLst>
            <pc:docMk/>
            <pc:sldMk cId="1819276789" sldId="262"/>
            <ac:spMk id="4" creationId="{ADBCCAD0-49CC-B917-9002-19E4B2E11DEF}"/>
          </ac:spMkLst>
        </pc:spChg>
        <pc:spChg chg="add">
          <ac:chgData name="Narmada Nannaka" userId="796bcb1b4e3e52c6" providerId="Windows Live" clId="Web-{C2098413-2AC7-F64E-BF81-2A5B6F14FC49}" dt="2025-12-12T01:18:58.427" v="131"/>
          <ac:spMkLst>
            <pc:docMk/>
            <pc:sldMk cId="1819276789" sldId="262"/>
            <ac:spMk id="5" creationId="{93C13F76-CEFD-26AF-410F-31438056D7DB}"/>
          </ac:spMkLst>
        </pc:spChg>
        <pc:spChg chg="add">
          <ac:chgData name="Narmada Nannaka" userId="796bcb1b4e3e52c6" providerId="Windows Live" clId="Web-{C2098413-2AC7-F64E-BF81-2A5B6F14FC49}" dt="2025-12-12T01:18:58.427" v="131"/>
          <ac:spMkLst>
            <pc:docMk/>
            <pc:sldMk cId="1819276789" sldId="262"/>
            <ac:spMk id="6" creationId="{C3540131-4E09-377E-591A-598AF504A083}"/>
          </ac:spMkLst>
        </pc:spChg>
        <pc:spChg chg="add">
          <ac:chgData name="Narmada Nannaka" userId="796bcb1b4e3e52c6" providerId="Windows Live" clId="Web-{C2098413-2AC7-F64E-BF81-2A5B6F14FC49}" dt="2025-12-12T01:18:58.427" v="131"/>
          <ac:spMkLst>
            <pc:docMk/>
            <pc:sldMk cId="1819276789" sldId="262"/>
            <ac:spMk id="7" creationId="{6DA3F9D2-5AA7-9A45-4978-4F6483F8C462}"/>
          </ac:spMkLst>
        </pc:spChg>
        <pc:spChg chg="add">
          <ac:chgData name="Narmada Nannaka" userId="796bcb1b4e3e52c6" providerId="Windows Live" clId="Web-{C2098413-2AC7-F64E-BF81-2A5B6F14FC49}" dt="2025-12-12T01:18:58.427" v="131"/>
          <ac:spMkLst>
            <pc:docMk/>
            <pc:sldMk cId="1819276789" sldId="262"/>
            <ac:spMk id="8" creationId="{2034E76B-F537-D7F5-5317-8BF1BD9CBE84}"/>
          </ac:spMkLst>
        </pc:spChg>
        <pc:spChg chg="add">
          <ac:chgData name="Narmada Nannaka" userId="796bcb1b4e3e52c6" providerId="Windows Live" clId="Web-{C2098413-2AC7-F64E-BF81-2A5B6F14FC49}" dt="2025-12-12T01:18:58.427" v="131"/>
          <ac:spMkLst>
            <pc:docMk/>
            <pc:sldMk cId="1819276789" sldId="262"/>
            <ac:spMk id="10" creationId="{870D2583-FED3-7A5E-2179-453247881FEB}"/>
          </ac:spMkLst>
        </pc:spChg>
        <pc:spChg chg="add">
          <ac:chgData name="Narmada Nannaka" userId="796bcb1b4e3e52c6" providerId="Windows Live" clId="Web-{C2098413-2AC7-F64E-BF81-2A5B6F14FC49}" dt="2025-12-12T01:18:58.427" v="131"/>
          <ac:spMkLst>
            <pc:docMk/>
            <pc:sldMk cId="1819276789" sldId="262"/>
            <ac:spMk id="11" creationId="{C7F147F7-DF4E-D929-FC10-1FEBF00CB260}"/>
          </ac:spMkLst>
        </pc:spChg>
        <pc:picChg chg="del">
          <ac:chgData name="Narmada Nannaka" userId="796bcb1b4e3e52c6" providerId="Windows Live" clId="Web-{C2098413-2AC7-F64E-BF81-2A5B6F14FC49}" dt="2025-12-12T01:18:48.802" v="123"/>
          <ac:picMkLst>
            <pc:docMk/>
            <pc:sldMk cId="1819276789" sldId="262"/>
            <ac:picMk id="9" creationId="{463E2D37-E889-80FF-95E8-5A4DB1D84C31}"/>
          </ac:picMkLst>
        </pc:picChg>
      </pc:sldChg>
      <pc:sldChg chg="addSp delSp modSp add replId modNotes">
        <pc:chgData name="Narmada Nannaka" userId="796bcb1b4e3e52c6" providerId="Windows Live" clId="Web-{C2098413-2AC7-F64E-BF81-2A5B6F14FC49}" dt="2025-12-12T01:58:37.206" v="812" actId="1076"/>
        <pc:sldMkLst>
          <pc:docMk/>
          <pc:sldMk cId="3832296009" sldId="262"/>
        </pc:sldMkLst>
        <pc:spChg chg="mod">
          <ac:chgData name="Narmada Nannaka" userId="796bcb1b4e3e52c6" providerId="Windows Live" clId="Web-{C2098413-2AC7-F64E-BF81-2A5B6F14FC49}" dt="2025-12-12T01:56:40.660" v="798" actId="14100"/>
          <ac:spMkLst>
            <pc:docMk/>
            <pc:sldMk cId="3832296009" sldId="262"/>
            <ac:spMk id="2" creationId="{58BDDD07-5E68-963B-0E63-AEBA70E799D1}"/>
          </ac:spMkLst>
        </pc:spChg>
        <pc:spChg chg="add mod">
          <ac:chgData name="Narmada Nannaka" userId="796bcb1b4e3e52c6" providerId="Windows Live" clId="Web-{C2098413-2AC7-F64E-BF81-2A5B6F14FC49}" dt="2025-12-12T01:58:37.206" v="812" actId="1076"/>
          <ac:spMkLst>
            <pc:docMk/>
            <pc:sldMk cId="3832296009" sldId="262"/>
            <ac:spMk id="4" creationId="{1710FD67-7DD8-3DCF-9369-1A91E47927FF}"/>
          </ac:spMkLst>
        </pc:spChg>
        <pc:picChg chg="del">
          <ac:chgData name="Narmada Nannaka" userId="796bcb1b4e3e52c6" providerId="Windows Live" clId="Web-{C2098413-2AC7-F64E-BF81-2A5B6F14FC49}" dt="2025-12-12T01:56:31.175" v="792"/>
          <ac:picMkLst>
            <pc:docMk/>
            <pc:sldMk cId="3832296009" sldId="262"/>
            <ac:picMk id="9" creationId="{C8784321-7875-1570-3472-8E7D88214D8B}"/>
          </ac:picMkLst>
        </pc:picChg>
      </pc:sldChg>
      <pc:sldChg chg="addSp delSp modSp add replId modNotes">
        <pc:chgData name="Narmada Nannaka" userId="796bcb1b4e3e52c6" providerId="Windows Live" clId="Web-{C2098413-2AC7-F64E-BF81-2A5B6F14FC49}" dt="2025-12-12T03:57:18.771" v="2400"/>
        <pc:sldMkLst>
          <pc:docMk/>
          <pc:sldMk cId="1759888619" sldId="263"/>
        </pc:sldMkLst>
        <pc:spChg chg="mod">
          <ac:chgData name="Narmada Nannaka" userId="796bcb1b4e3e52c6" providerId="Windows Live" clId="Web-{C2098413-2AC7-F64E-BF81-2A5B6F14FC49}" dt="2025-12-12T02:05:39.331" v="828" actId="20577"/>
          <ac:spMkLst>
            <pc:docMk/>
            <pc:sldMk cId="1759888619" sldId="263"/>
            <ac:spMk id="2" creationId="{8B78B6D3-8DE7-9210-AD0C-1BA28BC57D15}"/>
          </ac:spMkLst>
        </pc:spChg>
        <pc:spChg chg="del">
          <ac:chgData name="Narmada Nannaka" userId="796bcb1b4e3e52c6" providerId="Windows Live" clId="Web-{C2098413-2AC7-F64E-BF81-2A5B6F14FC49}" dt="2025-12-12T02:12:49.370" v="884"/>
          <ac:spMkLst>
            <pc:docMk/>
            <pc:sldMk cId="1759888619" sldId="263"/>
            <ac:spMk id="4" creationId="{3596C0D0-4B3A-6E6E-9DF0-C38AE3B672EF}"/>
          </ac:spMkLst>
        </pc:spChg>
        <pc:spChg chg="add mod">
          <ac:chgData name="Narmada Nannaka" userId="796bcb1b4e3e52c6" providerId="Windows Live" clId="Web-{C2098413-2AC7-F64E-BF81-2A5B6F14FC49}" dt="2025-12-12T03:38:13.593" v="1964" actId="20577"/>
          <ac:spMkLst>
            <pc:docMk/>
            <pc:sldMk cId="1759888619" sldId="263"/>
            <ac:spMk id="4" creationId="{65CA8C7C-0BF5-B4C0-A62C-4D371CDC1488}"/>
          </ac:spMkLst>
        </pc:spChg>
        <pc:spChg chg="del">
          <ac:chgData name="Narmada Nannaka" userId="796bcb1b4e3e52c6" providerId="Windows Live" clId="Web-{C2098413-2AC7-F64E-BF81-2A5B6F14FC49}" dt="2025-12-12T02:12:49.370" v="883"/>
          <ac:spMkLst>
            <pc:docMk/>
            <pc:sldMk cId="1759888619" sldId="263"/>
            <ac:spMk id="5" creationId="{814367C7-D014-7C3E-6D37-A4F490D61101}"/>
          </ac:spMkLst>
        </pc:spChg>
        <pc:spChg chg="add mod">
          <ac:chgData name="Narmada Nannaka" userId="796bcb1b4e3e52c6" providerId="Windows Live" clId="Web-{C2098413-2AC7-F64E-BF81-2A5B6F14FC49}" dt="2025-12-12T03:39:59.720" v="2098" actId="14100"/>
          <ac:spMkLst>
            <pc:docMk/>
            <pc:sldMk cId="1759888619" sldId="263"/>
            <ac:spMk id="5" creationId="{87C01F89-FF2F-2231-8C39-48480D8024FB}"/>
          </ac:spMkLst>
        </pc:spChg>
        <pc:spChg chg="add del mod">
          <ac:chgData name="Narmada Nannaka" userId="796bcb1b4e3e52c6" providerId="Windows Live" clId="Web-{C2098413-2AC7-F64E-BF81-2A5B6F14FC49}" dt="2025-12-12T02:17:27.874" v="933"/>
          <ac:spMkLst>
            <pc:docMk/>
            <pc:sldMk cId="1759888619" sldId="263"/>
            <ac:spMk id="6" creationId="{6904B805-0AA5-22C5-7DF1-F800FC5BC9F1}"/>
          </ac:spMkLst>
        </pc:spChg>
        <pc:spChg chg="del">
          <ac:chgData name="Narmada Nannaka" userId="796bcb1b4e3e52c6" providerId="Windows Live" clId="Web-{C2098413-2AC7-F64E-BF81-2A5B6F14FC49}" dt="2025-12-12T02:12:49.370" v="882"/>
          <ac:spMkLst>
            <pc:docMk/>
            <pc:sldMk cId="1759888619" sldId="263"/>
            <ac:spMk id="7" creationId="{B899A459-6812-3383-A53E-3B9C079E9FD5}"/>
          </ac:spMkLst>
        </pc:spChg>
        <pc:spChg chg="del">
          <ac:chgData name="Narmada Nannaka" userId="796bcb1b4e3e52c6" providerId="Windows Live" clId="Web-{C2098413-2AC7-F64E-BF81-2A5B6F14FC49}" dt="2025-12-12T02:12:49.370" v="881"/>
          <ac:spMkLst>
            <pc:docMk/>
            <pc:sldMk cId="1759888619" sldId="263"/>
            <ac:spMk id="8" creationId="{B7FDDCF4-909F-F7B7-086B-AFA6FE7FCA35}"/>
          </ac:spMkLst>
        </pc:spChg>
        <pc:spChg chg="del">
          <ac:chgData name="Narmada Nannaka" userId="796bcb1b4e3e52c6" providerId="Windows Live" clId="Web-{C2098413-2AC7-F64E-BF81-2A5B6F14FC49}" dt="2025-12-12T02:12:49.370" v="880"/>
          <ac:spMkLst>
            <pc:docMk/>
            <pc:sldMk cId="1759888619" sldId="263"/>
            <ac:spMk id="9" creationId="{19A63A56-8B36-F712-5091-730572DBA500}"/>
          </ac:spMkLst>
        </pc:spChg>
        <pc:spChg chg="del">
          <ac:chgData name="Narmada Nannaka" userId="796bcb1b4e3e52c6" providerId="Windows Live" clId="Web-{C2098413-2AC7-F64E-BF81-2A5B6F14FC49}" dt="2025-12-12T02:12:49.370" v="879"/>
          <ac:spMkLst>
            <pc:docMk/>
            <pc:sldMk cId="1759888619" sldId="263"/>
            <ac:spMk id="10" creationId="{73DACD14-7749-DB83-ECCD-D9FD6AA3C820}"/>
          </ac:spMkLst>
        </pc:spChg>
        <pc:spChg chg="del">
          <ac:chgData name="Narmada Nannaka" userId="796bcb1b4e3e52c6" providerId="Windows Live" clId="Web-{C2098413-2AC7-F64E-BF81-2A5B6F14FC49}" dt="2025-12-12T02:12:49.370" v="878"/>
          <ac:spMkLst>
            <pc:docMk/>
            <pc:sldMk cId="1759888619" sldId="263"/>
            <ac:spMk id="11" creationId="{7D9E8DF5-2969-EDBA-465D-0838473D58BE}"/>
          </ac:spMkLst>
        </pc:spChg>
        <pc:spChg chg="del">
          <ac:chgData name="Narmada Nannaka" userId="796bcb1b4e3e52c6" providerId="Windows Live" clId="Web-{C2098413-2AC7-F64E-BF81-2A5B6F14FC49}" dt="2025-12-12T02:12:49.370" v="877"/>
          <ac:spMkLst>
            <pc:docMk/>
            <pc:sldMk cId="1759888619" sldId="263"/>
            <ac:spMk id="12" creationId="{FBE8402C-FDCE-BFE6-5C40-310DB8663A4D}"/>
          </ac:spMkLst>
        </pc:spChg>
        <pc:spChg chg="del">
          <ac:chgData name="Narmada Nannaka" userId="796bcb1b4e3e52c6" providerId="Windows Live" clId="Web-{C2098413-2AC7-F64E-BF81-2A5B6F14FC49}" dt="2025-12-12T02:12:49.370" v="876"/>
          <ac:spMkLst>
            <pc:docMk/>
            <pc:sldMk cId="1759888619" sldId="263"/>
            <ac:spMk id="13" creationId="{5EDC7058-379B-7A78-02E0-67502FDC6C5C}"/>
          </ac:spMkLst>
        </pc:spChg>
        <pc:spChg chg="del">
          <ac:chgData name="Narmada Nannaka" userId="796bcb1b4e3e52c6" providerId="Windows Live" clId="Web-{C2098413-2AC7-F64E-BF81-2A5B6F14FC49}" dt="2025-12-12T02:12:49.370" v="875"/>
          <ac:spMkLst>
            <pc:docMk/>
            <pc:sldMk cId="1759888619" sldId="263"/>
            <ac:spMk id="14" creationId="{A3B86523-1366-7053-1027-8DFCDEA749BD}"/>
          </ac:spMkLst>
        </pc:spChg>
        <pc:spChg chg="del">
          <ac:chgData name="Narmada Nannaka" userId="796bcb1b4e3e52c6" providerId="Windows Live" clId="Web-{C2098413-2AC7-F64E-BF81-2A5B6F14FC49}" dt="2025-12-12T02:12:49.370" v="874"/>
          <ac:spMkLst>
            <pc:docMk/>
            <pc:sldMk cId="1759888619" sldId="263"/>
            <ac:spMk id="15" creationId="{5F99930C-3698-56CB-D72D-983ABB7B3492}"/>
          </ac:spMkLst>
        </pc:spChg>
        <pc:spChg chg="del">
          <ac:chgData name="Narmada Nannaka" userId="796bcb1b4e3e52c6" providerId="Windows Live" clId="Web-{C2098413-2AC7-F64E-BF81-2A5B6F14FC49}" dt="2025-12-12T02:12:49.370" v="873"/>
          <ac:spMkLst>
            <pc:docMk/>
            <pc:sldMk cId="1759888619" sldId="263"/>
            <ac:spMk id="16" creationId="{5BB9E77C-FAE3-2D53-2EB0-9D399D57A7C2}"/>
          </ac:spMkLst>
        </pc:spChg>
        <pc:spChg chg="del">
          <ac:chgData name="Narmada Nannaka" userId="796bcb1b4e3e52c6" providerId="Windows Live" clId="Web-{C2098413-2AC7-F64E-BF81-2A5B6F14FC49}" dt="2025-12-12T02:12:49.370" v="872"/>
          <ac:spMkLst>
            <pc:docMk/>
            <pc:sldMk cId="1759888619" sldId="263"/>
            <ac:spMk id="17" creationId="{EF1D96FA-E338-FF42-5EEF-56CFA26306D1}"/>
          </ac:spMkLst>
        </pc:spChg>
        <pc:spChg chg="del">
          <ac:chgData name="Narmada Nannaka" userId="796bcb1b4e3e52c6" providerId="Windows Live" clId="Web-{C2098413-2AC7-F64E-BF81-2A5B6F14FC49}" dt="2025-12-12T02:12:49.370" v="871"/>
          <ac:spMkLst>
            <pc:docMk/>
            <pc:sldMk cId="1759888619" sldId="263"/>
            <ac:spMk id="18" creationId="{BFA8FE53-14A6-13B8-8229-F06EA6021ED5}"/>
          </ac:spMkLst>
        </pc:spChg>
        <pc:spChg chg="del">
          <ac:chgData name="Narmada Nannaka" userId="796bcb1b4e3e52c6" providerId="Windows Live" clId="Web-{C2098413-2AC7-F64E-BF81-2A5B6F14FC49}" dt="2025-12-12T02:12:49.370" v="870"/>
          <ac:spMkLst>
            <pc:docMk/>
            <pc:sldMk cId="1759888619" sldId="263"/>
            <ac:spMk id="19" creationId="{DE42269C-7EEC-8540-7AEA-75229E01BE48}"/>
          </ac:spMkLst>
        </pc:spChg>
        <pc:spChg chg="del">
          <ac:chgData name="Narmada Nannaka" userId="796bcb1b4e3e52c6" providerId="Windows Live" clId="Web-{C2098413-2AC7-F64E-BF81-2A5B6F14FC49}" dt="2025-12-12T02:12:49.370" v="869"/>
          <ac:spMkLst>
            <pc:docMk/>
            <pc:sldMk cId="1759888619" sldId="263"/>
            <ac:spMk id="20" creationId="{010D2290-B765-002C-6186-1A42FF1E1AE7}"/>
          </ac:spMkLst>
        </pc:spChg>
        <pc:spChg chg="add del mod">
          <ac:chgData name="Narmada Nannaka" userId="796bcb1b4e3e52c6" providerId="Windows Live" clId="Web-{C2098413-2AC7-F64E-BF81-2A5B6F14FC49}" dt="2025-12-12T02:16:58.810" v="923"/>
          <ac:spMkLst>
            <pc:docMk/>
            <pc:sldMk cId="1759888619" sldId="263"/>
            <ac:spMk id="21" creationId="{4B0A505B-F46E-778C-9243-350D3DA11FDE}"/>
          </ac:spMkLst>
        </pc:spChg>
        <pc:spChg chg="add del mod">
          <ac:chgData name="Narmada Nannaka" userId="796bcb1b4e3e52c6" providerId="Windows Live" clId="Web-{C2098413-2AC7-F64E-BF81-2A5B6F14FC49}" dt="2025-12-12T02:17:00.701" v="924"/>
          <ac:spMkLst>
            <pc:docMk/>
            <pc:sldMk cId="1759888619" sldId="263"/>
            <ac:spMk id="22" creationId="{C902185F-D5C9-987C-E34D-DEA0BBE6EDBF}"/>
          </ac:spMkLst>
        </pc:spChg>
        <pc:spChg chg="add del mod">
          <ac:chgData name="Narmada Nannaka" userId="796bcb1b4e3e52c6" providerId="Windows Live" clId="Web-{C2098413-2AC7-F64E-BF81-2A5B6F14FC49}" dt="2025-12-12T02:17:27.171" v="932"/>
          <ac:spMkLst>
            <pc:docMk/>
            <pc:sldMk cId="1759888619" sldId="263"/>
            <ac:spMk id="23" creationId="{B1871334-7943-3A95-6FB4-254E505631C4}"/>
          </ac:spMkLst>
        </pc:spChg>
        <pc:spChg chg="add del mod">
          <ac:chgData name="Narmada Nannaka" userId="796bcb1b4e3e52c6" providerId="Windows Live" clId="Web-{C2098413-2AC7-F64E-BF81-2A5B6F14FC49}" dt="2025-12-12T02:17:19.546" v="931"/>
          <ac:spMkLst>
            <pc:docMk/>
            <pc:sldMk cId="1759888619" sldId="263"/>
            <ac:spMk id="24" creationId="{61213115-6B1C-323C-D7E6-39D7F1E98C08}"/>
          </ac:spMkLst>
        </pc:spChg>
        <pc:spChg chg="add del">
          <ac:chgData name="Narmada Nannaka" userId="796bcb1b4e3e52c6" providerId="Windows Live" clId="Web-{C2098413-2AC7-F64E-BF81-2A5B6F14FC49}" dt="2025-12-12T02:19:26.017" v="940"/>
          <ac:spMkLst>
            <pc:docMk/>
            <pc:sldMk cId="1759888619" sldId="263"/>
            <ac:spMk id="27" creationId="{052A12F6-B4DF-C9E2-BF69-655222FE9500}"/>
          </ac:spMkLst>
        </pc:spChg>
        <pc:spChg chg="add mod">
          <ac:chgData name="Narmada Nannaka" userId="796bcb1b4e3e52c6" providerId="Windows Live" clId="Web-{C2098413-2AC7-F64E-BF81-2A5B6F14FC49}" dt="2025-12-12T02:53:23.711" v="1756" actId="14100"/>
          <ac:spMkLst>
            <pc:docMk/>
            <pc:sldMk cId="1759888619" sldId="263"/>
            <ac:spMk id="28" creationId="{D1E14BD9-EC36-7C7D-7435-99EA28EB822F}"/>
          </ac:spMkLst>
        </pc:spChg>
        <pc:spChg chg="add mod">
          <ac:chgData name="Narmada Nannaka" userId="796bcb1b4e3e52c6" providerId="Windows Live" clId="Web-{C2098413-2AC7-F64E-BF81-2A5B6F14FC49}" dt="2025-12-12T02:53:19.274" v="1755" actId="14100"/>
          <ac:spMkLst>
            <pc:docMk/>
            <pc:sldMk cId="1759888619" sldId="263"/>
            <ac:spMk id="29" creationId="{E71E78EF-FA33-64DD-EB2E-9FB2354E8323}"/>
          </ac:spMkLst>
        </pc:spChg>
        <pc:spChg chg="add mod">
          <ac:chgData name="Narmada Nannaka" userId="796bcb1b4e3e52c6" providerId="Windows Live" clId="Web-{C2098413-2AC7-F64E-BF81-2A5B6F14FC49}" dt="2025-12-12T03:39:55.251" v="2096" actId="14100"/>
          <ac:spMkLst>
            <pc:docMk/>
            <pc:sldMk cId="1759888619" sldId="263"/>
            <ac:spMk id="30" creationId="{23748C6C-0D20-33B4-E665-64AF9FA2C6C7}"/>
          </ac:spMkLst>
        </pc:spChg>
        <pc:spChg chg="add del mod">
          <ac:chgData name="Narmada Nannaka" userId="796bcb1b4e3e52c6" providerId="Windows Live" clId="Web-{C2098413-2AC7-F64E-BF81-2A5B6F14FC49}" dt="2025-12-12T03:57:18.771" v="2400"/>
          <ac:spMkLst>
            <pc:docMk/>
            <pc:sldMk cId="1759888619" sldId="263"/>
            <ac:spMk id="31" creationId="{C4CF128D-2A26-7CD5-16BB-7892BCADA5DC}"/>
          </ac:spMkLst>
        </pc:spChg>
        <pc:spChg chg="add mod">
          <ac:chgData name="Narmada Nannaka" userId="796bcb1b4e3e52c6" providerId="Windows Live" clId="Web-{C2098413-2AC7-F64E-BF81-2A5B6F14FC49}" dt="2025-12-12T02:53:46.072" v="1760" actId="1076"/>
          <ac:spMkLst>
            <pc:docMk/>
            <pc:sldMk cId="1759888619" sldId="263"/>
            <ac:spMk id="32" creationId="{506EC781-C344-A06D-019A-E323B81263FF}"/>
          </ac:spMkLst>
        </pc:spChg>
        <pc:spChg chg="add mod">
          <ac:chgData name="Narmada Nannaka" userId="796bcb1b4e3e52c6" providerId="Windows Live" clId="Web-{C2098413-2AC7-F64E-BF81-2A5B6F14FC49}" dt="2025-12-12T02:53:10.133" v="1751" actId="1076"/>
          <ac:spMkLst>
            <pc:docMk/>
            <pc:sldMk cId="1759888619" sldId="263"/>
            <ac:spMk id="33" creationId="{6C0482AD-AFDB-7E89-FA51-3E2075D2305F}"/>
          </ac:spMkLst>
        </pc:spChg>
        <pc:spChg chg="add mod">
          <ac:chgData name="Narmada Nannaka" userId="796bcb1b4e3e52c6" providerId="Windows Live" clId="Web-{C2098413-2AC7-F64E-BF81-2A5B6F14FC49}" dt="2025-12-12T02:53:36.259" v="1759" actId="1076"/>
          <ac:spMkLst>
            <pc:docMk/>
            <pc:sldMk cId="1759888619" sldId="263"/>
            <ac:spMk id="34" creationId="{673D571D-01E9-D91E-E5BA-AA919CBB9527}"/>
          </ac:spMkLst>
        </pc:spChg>
        <pc:spChg chg="add mod">
          <ac:chgData name="Narmada Nannaka" userId="796bcb1b4e3e52c6" providerId="Windows Live" clId="Web-{C2098413-2AC7-F64E-BF81-2A5B6F14FC49}" dt="2025-12-12T03:36:09.607" v="1800" actId="20577"/>
          <ac:spMkLst>
            <pc:docMk/>
            <pc:sldMk cId="1759888619" sldId="263"/>
            <ac:spMk id="35" creationId="{87E4886B-5B91-4033-CC5F-DFE068575A67}"/>
          </ac:spMkLst>
        </pc:spChg>
        <pc:picChg chg="add del mod">
          <ac:chgData name="Narmada Nannaka" userId="796bcb1b4e3e52c6" providerId="Windows Live" clId="Web-{C2098413-2AC7-F64E-BF81-2A5B6F14FC49}" dt="2025-12-12T02:17:38.718" v="936"/>
          <ac:picMkLst>
            <pc:docMk/>
            <pc:sldMk cId="1759888619" sldId="263"/>
            <ac:picMk id="25" creationId="{AAC1E356-6353-CB72-F48F-72F0FBFAC13C}"/>
          </ac:picMkLst>
        </pc:picChg>
        <pc:picChg chg="add del mod">
          <ac:chgData name="Narmada Nannaka" userId="796bcb1b4e3e52c6" providerId="Windows Live" clId="Web-{C2098413-2AC7-F64E-BF81-2A5B6F14FC49}" dt="2025-12-12T02:17:51.891" v="938"/>
          <ac:picMkLst>
            <pc:docMk/>
            <pc:sldMk cId="1759888619" sldId="263"/>
            <ac:picMk id="26" creationId="{49BE0840-017F-90EF-D16D-6F40117FD4F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E51896-64E1-41DE-AE98-B30039D2DE66}" type="datetimeFigureOut">
              <a:rPr lang="en-AU" smtClean="0"/>
              <a:t>12/12/2025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51DAD-77AA-48F9-981F-ED22B362CDFE}" type="slidenum">
              <a:rPr lang="en-AU" smtClean="0"/>
              <a:t>‹#›</a:t>
            </a:fld>
            <a:endParaRPr lang="en-AU"/>
          </a:p>
        </p:txBody>
      </p:sp>
    </p:spTree>
    <p:extLst>
      <p:ext uri="{BB962C8B-B14F-4D97-AF65-F5344CB8AC3E}">
        <p14:creationId xmlns:p14="http://schemas.microsoft.com/office/powerpoint/2010/main" val="2634192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Hey Everyone! I’m presenting this under Accenture’s partner submission. What you’ll see reflects Accenture’s engineering capability, and I’ll walk you through the solution and the live demo.</a:t>
            </a:r>
          </a:p>
          <a:p>
            <a:r>
              <a:rPr lang="en-GB" dirty="0"/>
              <a:t>Before we dig into the solution, I want to address what problem this solution solves and why is it worth solving?</a:t>
            </a:r>
          </a:p>
        </p:txBody>
      </p:sp>
      <p:sp>
        <p:nvSpPr>
          <p:cNvPr id="4" name="Slide Number Placeholder 3"/>
          <p:cNvSpPr>
            <a:spLocks noGrp="1"/>
          </p:cNvSpPr>
          <p:nvPr>
            <p:ph type="sldNum" sz="quarter" idx="5"/>
          </p:nvPr>
        </p:nvSpPr>
        <p:spPr/>
        <p:txBody>
          <a:bodyPr/>
          <a:lstStyle/>
          <a:p>
            <a:fld id="{03D51DAD-77AA-48F9-981F-ED22B362CDFE}" type="slidenum">
              <a:rPr lang="en-AU" smtClean="0"/>
              <a:t>1</a:t>
            </a:fld>
            <a:endParaRPr lang="en-AU"/>
          </a:p>
        </p:txBody>
      </p:sp>
    </p:spTree>
    <p:extLst>
      <p:ext uri="{BB962C8B-B14F-4D97-AF65-F5344CB8AC3E}">
        <p14:creationId xmlns:p14="http://schemas.microsoft.com/office/powerpoint/2010/main" val="196961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few months ago, I stepped into the tech and integration lead role for a meter-to-cash program at a major utilities' client. This was my second engagement with them after a year at a mining company in between. The first thing I noticed was simple but telling — my old company email was still active, and the out-of-office message I’d set a year earlier is still working.</a:t>
            </a:r>
          </a:p>
          <a:p>
            <a:r>
              <a:rPr lang="en-GB" dirty="0"/>
              <a:t>But here’s the bigger issue. Basic access for me and my team took three weeks. Not because anyone was slow. The tickets are raised but they the ITSM is just that a ticketing system with no intelligence. The policies are scattered across systems like in SharePoint links, PDFs, and old Confluence pages. No one had a definitive view of what access was needed or who the approver even was.</a:t>
            </a:r>
          </a:p>
          <a:p>
            <a:r>
              <a:rPr lang="en-GB" dirty="0"/>
              <a:t>And this wasn’t new. At the mining company, the same baseline access took a month. Before that, a public sector client took roughly six weeks.</a:t>
            </a:r>
          </a:p>
          <a:p>
            <a:r>
              <a:rPr lang="en-GB" dirty="0"/>
              <a:t>The pattern is obvious across every industry I’ve worked with. T</a:t>
            </a:r>
            <a:r>
              <a:rPr lang="en-AU" dirty="0"/>
              <a:t>he real IAM problem isn’t the tools. It’s the fragmentation, the guesswork and the manual interpretation. </a:t>
            </a:r>
            <a:br>
              <a:rPr lang="en-AU" dirty="0"/>
            </a:br>
            <a:br>
              <a:rPr lang="en-AU" dirty="0"/>
            </a:br>
            <a:r>
              <a:rPr lang="en-AU" dirty="0"/>
              <a:t>And that is exactly the gap this solution closes and what we attempted is automating the interlinked complex business processes using multi-agent orchestration. </a:t>
            </a:r>
          </a:p>
        </p:txBody>
      </p:sp>
      <p:sp>
        <p:nvSpPr>
          <p:cNvPr id="4" name="Slide Number Placeholder 3"/>
          <p:cNvSpPr>
            <a:spLocks noGrp="1"/>
          </p:cNvSpPr>
          <p:nvPr>
            <p:ph type="sldNum" sz="quarter" idx="5"/>
          </p:nvPr>
        </p:nvSpPr>
        <p:spPr/>
        <p:txBody>
          <a:bodyPr/>
          <a:lstStyle/>
          <a:p>
            <a:fld id="{03D51DAD-77AA-48F9-981F-ED22B362CDFE}" type="slidenum">
              <a:rPr lang="en-AU" smtClean="0"/>
              <a:t>2</a:t>
            </a:fld>
            <a:endParaRPr lang="en-AU"/>
          </a:p>
        </p:txBody>
      </p:sp>
    </p:spTree>
    <p:extLst>
      <p:ext uri="{BB962C8B-B14F-4D97-AF65-F5344CB8AC3E}">
        <p14:creationId xmlns:p14="http://schemas.microsoft.com/office/powerpoint/2010/main" val="193969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after-state of what’s built. Let’s say Sarah, a data engineer is onboarded to a new project, and she needs basic permission to view </a:t>
            </a:r>
            <a:r>
              <a:rPr lang="en-US"/>
              <a:t>our instances, </a:t>
            </a:r>
            <a:r>
              <a:rPr lang="en-US" dirty="0"/>
              <a:t>a request is initiated. The orchestrator AI agent will fire the lookup agent to identify the related approvers, and associated policies for the requested project scope and permissions. From this, policy context is retrieved instantly using Vertex AI Search. Guardrails like business hours or JIT requirements are enforced before the request ever reaches an approver. Approvers receive a JWT-signed Gmail link that can’t be tampered with or replayed. Gemini 2.5 classifies the response with strict structured output. And a privileged provisioning agent behind the A2A boundary applies a conditional IAM binding with automatic expiry.</a:t>
            </a:r>
          </a:p>
          <a:p>
            <a:r>
              <a:rPr lang="en-US" dirty="0"/>
              <a:t>All of this completes in under a minute, with full immutable audit lineage written before execution. </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3D51DAD-77AA-48F9-981F-ED22B362CDFE}" type="slidenum">
              <a:rPr lang="en-AU" smtClean="0"/>
              <a:t>3</a:t>
            </a:fld>
            <a:endParaRPr lang="en-AU"/>
          </a:p>
        </p:txBody>
      </p:sp>
    </p:spTree>
    <p:extLst>
      <p:ext uri="{BB962C8B-B14F-4D97-AF65-F5344CB8AC3E}">
        <p14:creationId xmlns:p14="http://schemas.microsoft.com/office/powerpoint/2010/main" val="2449181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architecture at a high level.</a:t>
            </a:r>
          </a:p>
          <a:p>
            <a:r>
              <a:rPr lang="en-US" dirty="0"/>
              <a:t>On the reasoning side:</a:t>
            </a:r>
            <a:br>
              <a:rPr lang="en-US" dirty="0">
                <a:cs typeface="+mn-lt"/>
              </a:rPr>
            </a:br>
            <a:r>
              <a:rPr lang="en-US" dirty="0"/>
              <a:t> • the Orchestrator manages workflow and state</a:t>
            </a:r>
            <a:br>
              <a:rPr lang="en-US" dirty="0">
                <a:cs typeface="+mn-lt"/>
              </a:rPr>
            </a:br>
            <a:r>
              <a:rPr lang="en-US" dirty="0"/>
              <a:t> • the Approver Lookup agent pulls the correct approver from </a:t>
            </a:r>
            <a:r>
              <a:rPr lang="en-US" dirty="0" err="1"/>
              <a:t>Firestore</a:t>
            </a:r>
            <a:br>
              <a:rPr lang="en-US" dirty="0">
                <a:cs typeface="+mn-lt"/>
              </a:rPr>
            </a:br>
            <a:r>
              <a:rPr lang="en-US" dirty="0"/>
              <a:t> • the Policy Context agent extracts rules from real policy documents via RAG Vertex AI search</a:t>
            </a:r>
            <a:br>
              <a:rPr lang="en-US" dirty="0">
                <a:cs typeface="+mn-lt"/>
              </a:rPr>
            </a:br>
            <a:r>
              <a:rPr lang="en-US" dirty="0"/>
              <a:t> • the Communication agent sends the approval request via Gmail</a:t>
            </a:r>
            <a:br>
              <a:rPr lang="en-US" dirty="0">
                <a:cs typeface="+mn-lt"/>
              </a:rPr>
            </a:br>
            <a:r>
              <a:rPr lang="en-US" dirty="0"/>
              <a:t> • the NLU agent interprets the approval decision using Gemini 2.5 Flash</a:t>
            </a:r>
          </a:p>
          <a:p>
            <a:r>
              <a:rPr lang="en-US" dirty="0"/>
              <a:t>This entire layer has no IAM privileges.</a:t>
            </a:r>
          </a:p>
          <a:p>
            <a:r>
              <a:rPr lang="en-US" dirty="0"/>
              <a:t>On the execution side sits the Provisioning Agent. It runs behind the A2A server, validates caller identity with ID tokens, and applies conditional IAM bindings.</a:t>
            </a:r>
          </a:p>
          <a:p>
            <a:r>
              <a:rPr lang="en-US" dirty="0"/>
              <a:t>Everything is modular, isolated, and production-aligned.</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3D51DAD-77AA-48F9-981F-ED22B362CDFE}" type="slidenum">
              <a:rPr lang="en-AU" smtClean="0"/>
              <a:t>4</a:t>
            </a:fld>
            <a:endParaRPr lang="en-AU"/>
          </a:p>
        </p:txBody>
      </p:sp>
    </p:spTree>
    <p:extLst>
      <p:ext uri="{BB962C8B-B14F-4D97-AF65-F5344CB8AC3E}">
        <p14:creationId xmlns:p14="http://schemas.microsoft.com/office/powerpoint/2010/main" val="2181459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D003E-2726-B0F5-821B-0AF2B6325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83DEE-9AF2-DBFE-C4CD-AD2B0B528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A4561-A9D0-21A2-34A4-1BAD3B88BC45}"/>
              </a:ext>
            </a:extLst>
          </p:cNvPr>
          <p:cNvSpPr>
            <a:spLocks noGrp="1"/>
          </p:cNvSpPr>
          <p:nvPr>
            <p:ph type="body" idx="1"/>
          </p:nvPr>
        </p:nvSpPr>
        <p:spPr/>
        <p:txBody>
          <a:bodyPr/>
          <a:lstStyle/>
          <a:p>
            <a:endParaRPr lang="en-US">
              <a:latin typeface="Aptos"/>
              <a:ea typeface="Calibri"/>
              <a:cs typeface="Calibri"/>
            </a:endParaRPr>
          </a:p>
        </p:txBody>
      </p:sp>
      <p:sp>
        <p:nvSpPr>
          <p:cNvPr id="4" name="Slide Number Placeholder 3">
            <a:extLst>
              <a:ext uri="{FF2B5EF4-FFF2-40B4-BE49-F238E27FC236}">
                <a16:creationId xmlns:a16="http://schemas.microsoft.com/office/drawing/2014/main" id="{6D4B0886-CDE5-EC9D-3024-AE528945A59A}"/>
              </a:ext>
            </a:extLst>
          </p:cNvPr>
          <p:cNvSpPr>
            <a:spLocks noGrp="1"/>
          </p:cNvSpPr>
          <p:nvPr>
            <p:ph type="sldNum" sz="quarter" idx="5"/>
          </p:nvPr>
        </p:nvSpPr>
        <p:spPr/>
        <p:txBody>
          <a:bodyPr/>
          <a:lstStyle/>
          <a:p>
            <a:fld id="{03D51DAD-77AA-48F9-981F-ED22B362CDFE}" type="slidenum">
              <a:rPr lang="en-AU" smtClean="0"/>
              <a:t>5</a:t>
            </a:fld>
            <a:endParaRPr lang="en-AU"/>
          </a:p>
        </p:txBody>
      </p:sp>
    </p:spTree>
    <p:extLst>
      <p:ext uri="{BB962C8B-B14F-4D97-AF65-F5344CB8AC3E}">
        <p14:creationId xmlns:p14="http://schemas.microsoft.com/office/powerpoint/2010/main" val="2240620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strength of the solution comes from three deliberate innovations.</a:t>
            </a:r>
          </a:p>
          <a:p>
            <a:r>
              <a:rPr lang="en-US"/>
              <a:t>First, A2A privilege isolation.</a:t>
            </a:r>
            <a:br>
              <a:rPr lang="en-US">
                <a:cs typeface="+mn-lt"/>
              </a:rPr>
            </a:br>
            <a:r>
              <a:rPr lang="en-US"/>
              <a:t> The orchestrator cannot impersonate the provisioning agent and cannot write IAM. Even in a worst-case LLM misfire, privilege stays contained.</a:t>
            </a:r>
          </a:p>
          <a:p>
            <a:r>
              <a:rPr lang="en-US"/>
              <a:t>Second, policy intelligence via RAG.</a:t>
            </a:r>
            <a:br>
              <a:rPr lang="en-US">
                <a:cs typeface="+mn-lt"/>
              </a:rPr>
            </a:br>
            <a:r>
              <a:rPr lang="en-US"/>
              <a:t> Instead of rewriting policy documents as code, the system extracts rules directly from existing PDFs and pages. No human interpretation needed. The guardrails are applied automatically and consistently.</a:t>
            </a:r>
          </a:p>
          <a:p>
            <a:r>
              <a:rPr lang="en-US"/>
              <a:t>Third, conditional IAM bindings with JIT expiry.</a:t>
            </a:r>
            <a:br>
              <a:rPr lang="en-US">
                <a:cs typeface="+mn-lt"/>
              </a:rPr>
            </a:br>
            <a:r>
              <a:rPr lang="en-US"/>
              <a:t> Access is granted for exactly the required time window using CEL. The expiry is automatic. No cleanup scripts. No manual follow-ups. No leakage of privileges.</a:t>
            </a:r>
          </a:p>
          <a:p>
            <a:r>
              <a:rPr lang="en-US"/>
              <a:t>These three elements take IAM from reactive and error-prone to fast, predictable, and safe.</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03D51DAD-77AA-48F9-981F-ED22B362CDFE}" type="slidenum">
              <a:rPr lang="en-AU" smtClean="0"/>
              <a:t>6</a:t>
            </a:fld>
            <a:endParaRPr lang="en-AU"/>
          </a:p>
        </p:txBody>
      </p:sp>
    </p:spTree>
    <p:extLst>
      <p:ext uri="{BB962C8B-B14F-4D97-AF65-F5344CB8AC3E}">
        <p14:creationId xmlns:p14="http://schemas.microsoft.com/office/powerpoint/2010/main" val="3314205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pulled some stats to put into perspective the market research on this problem. As per these reports, The global IAM market is exploding no doubt. But the stakes are high too solidifying that the Zero Touch IAM Security solution has the advantage of fast provisioning essential for compliance and competitiveness. </a:t>
            </a:r>
          </a:p>
        </p:txBody>
      </p:sp>
      <p:sp>
        <p:nvSpPr>
          <p:cNvPr id="4" name="Slide Number Placeholder 3"/>
          <p:cNvSpPr>
            <a:spLocks noGrp="1"/>
          </p:cNvSpPr>
          <p:nvPr>
            <p:ph type="sldNum" sz="quarter" idx="5"/>
          </p:nvPr>
        </p:nvSpPr>
        <p:spPr/>
        <p:txBody>
          <a:bodyPr/>
          <a:lstStyle/>
          <a:p>
            <a:fld id="{03D51DAD-77AA-48F9-981F-ED22B362CDFE}" type="slidenum">
              <a:rPr lang="en-AU" smtClean="0"/>
              <a:t>7</a:t>
            </a:fld>
            <a:endParaRPr lang="en-AU"/>
          </a:p>
        </p:txBody>
      </p:sp>
    </p:spTree>
    <p:extLst>
      <p:ext uri="{BB962C8B-B14F-4D97-AF65-F5344CB8AC3E}">
        <p14:creationId xmlns:p14="http://schemas.microsoft.com/office/powerpoint/2010/main" val="2723251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6D195-FAF9-52CD-CB39-DE5110181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6EF6C-526B-388A-FB5C-728EC579F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41E86-A776-9911-8B9C-FBB46418EFC4}"/>
              </a:ext>
            </a:extLst>
          </p:cNvPr>
          <p:cNvSpPr>
            <a:spLocks noGrp="1"/>
          </p:cNvSpPr>
          <p:nvPr>
            <p:ph type="body" idx="1"/>
          </p:nvPr>
        </p:nvSpPr>
        <p:spPr/>
        <p:txBody>
          <a:bodyPr/>
          <a:lstStyle/>
          <a:p>
            <a:r>
              <a:rPr lang="en-GB" dirty="0"/>
              <a:t>Zero-Touch IAM removes slow human bottlenecks.</a:t>
            </a:r>
            <a:br>
              <a:rPr lang="en-GB" dirty="0">
                <a:cs typeface="+mn-lt"/>
              </a:rPr>
            </a:br>
            <a:r>
              <a:rPr lang="en-GB" dirty="0"/>
              <a:t> It removes privilege from anything LLM-driven.</a:t>
            </a:r>
            <a:br>
              <a:rPr lang="en-GB" dirty="0">
                <a:cs typeface="+mn-lt"/>
              </a:rPr>
            </a:br>
            <a:r>
              <a:rPr lang="en-GB" dirty="0"/>
              <a:t> It removes inconsistent interpretation of policy.</a:t>
            </a:r>
            <a:br>
              <a:rPr lang="en-GB" dirty="0">
                <a:cs typeface="+mn-lt"/>
              </a:rPr>
            </a:br>
            <a:r>
              <a:rPr lang="en-GB" dirty="0"/>
              <a:t> It removes mutable audit gaps.</a:t>
            </a:r>
            <a:br>
              <a:rPr lang="en-GB" dirty="0">
                <a:cs typeface="+mn-lt"/>
              </a:rPr>
            </a:br>
            <a:r>
              <a:rPr lang="en-GB" dirty="0"/>
              <a:t> And it delivers a fast, controlled, secure IAM experience end to end.</a:t>
            </a:r>
            <a:br>
              <a:rPr lang="en-GB" dirty="0">
                <a:cs typeface="+mn-lt"/>
              </a:rPr>
            </a:br>
            <a:br>
              <a:rPr lang="en-GB" dirty="0">
                <a:cs typeface="+mn-lt"/>
              </a:rPr>
            </a:br>
            <a:r>
              <a:rPr lang="en-GB" dirty="0"/>
              <a:t>From a GTM standpoint, this aligns naturally with IAM modernization and Zero-Trust uplift programs. The architecture fits the Agent </a:t>
            </a:r>
            <a:r>
              <a:rPr lang="en-GB" dirty="0" err="1"/>
              <a:t>Catalog</a:t>
            </a:r>
            <a:r>
              <a:rPr lang="en-GB" dirty="0"/>
              <a:t> pattern. It scales across onboarding, offboarding, temporary privilege workflows, and access review cycles — all without putting privileged credentials behind an LLM.</a:t>
            </a:r>
          </a:p>
          <a:p>
            <a:r>
              <a:rPr lang="en-GB" dirty="0"/>
              <a:t>Industries like finance, health, government, and resources can adopt this pattern immediately.</a:t>
            </a:r>
          </a:p>
          <a:p>
            <a:r>
              <a:rPr lang="en-GB" dirty="0"/>
              <a:t>This is not a demo artefact. It’s a reusable enterprise architecture.</a:t>
            </a:r>
          </a:p>
        </p:txBody>
      </p:sp>
      <p:sp>
        <p:nvSpPr>
          <p:cNvPr id="4" name="Slide Number Placeholder 3">
            <a:extLst>
              <a:ext uri="{FF2B5EF4-FFF2-40B4-BE49-F238E27FC236}">
                <a16:creationId xmlns:a16="http://schemas.microsoft.com/office/drawing/2014/main" id="{66921D7D-B13D-FFB2-B4F4-D1A0FD574615}"/>
              </a:ext>
            </a:extLst>
          </p:cNvPr>
          <p:cNvSpPr>
            <a:spLocks noGrp="1"/>
          </p:cNvSpPr>
          <p:nvPr>
            <p:ph type="sldNum" sz="quarter" idx="5"/>
          </p:nvPr>
        </p:nvSpPr>
        <p:spPr/>
        <p:txBody>
          <a:bodyPr/>
          <a:lstStyle/>
          <a:p>
            <a:fld id="{03D51DAD-77AA-48F9-981F-ED22B362CDFE}" type="slidenum">
              <a:rPr lang="en-AU" smtClean="0"/>
              <a:t>8</a:t>
            </a:fld>
            <a:endParaRPr lang="en-AU"/>
          </a:p>
        </p:txBody>
      </p:sp>
    </p:spTree>
    <p:extLst>
      <p:ext uri="{BB962C8B-B14F-4D97-AF65-F5344CB8AC3E}">
        <p14:creationId xmlns:p14="http://schemas.microsoft.com/office/powerpoint/2010/main" val="3958658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FE2AC-1973-0808-B8E7-96A8C4D7D4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5D0A69D-1F0B-B15C-5FBD-74CCFA92C7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572975C7-1DF3-3D88-6048-DCE714075D0C}"/>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5" name="Footer Placeholder 4">
            <a:extLst>
              <a:ext uri="{FF2B5EF4-FFF2-40B4-BE49-F238E27FC236}">
                <a16:creationId xmlns:a16="http://schemas.microsoft.com/office/drawing/2014/main" id="{831C5D9F-BF18-69D9-2AE2-8EE60377EC9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928887F-1092-A38C-389D-3B9E69A7590D}"/>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382627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97B7-6C73-B5B5-34C1-74C67A472AA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F3C67FF-EE34-E267-F001-BCE20442F8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85089F0-CBC5-C18B-FCE2-788A54DF47A9}"/>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5" name="Footer Placeholder 4">
            <a:extLst>
              <a:ext uri="{FF2B5EF4-FFF2-40B4-BE49-F238E27FC236}">
                <a16:creationId xmlns:a16="http://schemas.microsoft.com/office/drawing/2014/main" id="{B9817957-4227-9849-3DDE-4A22981F65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46794E6-5945-D794-0163-AD0F6B9FDBE8}"/>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1398349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BC3B-07AE-FC2E-A6EB-09F1F68A0C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DB34D658-815F-A62C-93D4-3A81BF73C6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0125D9-785E-720A-BB77-B9A7CA72A7DC}"/>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5" name="Footer Placeholder 4">
            <a:extLst>
              <a:ext uri="{FF2B5EF4-FFF2-40B4-BE49-F238E27FC236}">
                <a16:creationId xmlns:a16="http://schemas.microsoft.com/office/drawing/2014/main" id="{91434FB4-F628-7BE0-0DB9-D5C3A88AC9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9664C1-4F83-A51E-D6B1-69FFA1E0BB17}"/>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17089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8A970-2E79-5B2A-4C61-86CA3E8BAA1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7C60B65-5486-84DD-D54F-734EE9D256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FB3CE57-CD5E-2558-E105-E080968E9F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0D25910F-9217-3B2D-2A0E-D756CAED6BDB}"/>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6" name="Footer Placeholder 5">
            <a:extLst>
              <a:ext uri="{FF2B5EF4-FFF2-40B4-BE49-F238E27FC236}">
                <a16:creationId xmlns:a16="http://schemas.microsoft.com/office/drawing/2014/main" id="{CCED405A-059E-1BB4-4B4D-1D0AADE5D68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0003398-7F25-7526-ADAF-3F78CA2EBE3E}"/>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2093985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4ABB-6C30-51F2-666B-4F812EE406B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37A164F-AEB8-8CD2-6B27-8DC21B7848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BDA019-549B-6AFE-FD06-2BE1B5A2AE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BF11B0C-4E5B-0766-8F62-AEA521948D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85543-32F3-8600-6946-7DF0FB4E3D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7DD2FA4-46BD-4D3A-58C1-CB087279098B}"/>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8" name="Footer Placeholder 7">
            <a:extLst>
              <a:ext uri="{FF2B5EF4-FFF2-40B4-BE49-F238E27FC236}">
                <a16:creationId xmlns:a16="http://schemas.microsoft.com/office/drawing/2014/main" id="{84A23E0E-9D55-0CC4-4075-DEBB899F835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C7D5DA3-BCF0-553B-22EA-86C654638E06}"/>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16636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5E38-4F2C-97C6-795C-70BE4E012D7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BF670E7-1D01-366F-84C4-332556447654}"/>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4" name="Footer Placeholder 3">
            <a:extLst>
              <a:ext uri="{FF2B5EF4-FFF2-40B4-BE49-F238E27FC236}">
                <a16:creationId xmlns:a16="http://schemas.microsoft.com/office/drawing/2014/main" id="{32FBE778-9237-DDC4-A75C-85AED839476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66B7D43B-08C0-FBCF-BC7C-39815B2AEC25}"/>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2112031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E530D5-C871-D66C-1892-4E268C778BD5}"/>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3" name="Footer Placeholder 2">
            <a:extLst>
              <a:ext uri="{FF2B5EF4-FFF2-40B4-BE49-F238E27FC236}">
                <a16:creationId xmlns:a16="http://schemas.microsoft.com/office/drawing/2014/main" id="{C568B9BC-4B32-A4A0-2170-1B8D77DDCDB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90528BF-767A-546D-9A55-3C46FFB7B016}"/>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184546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6512-B86F-8EDD-6AB6-3CCBFE2A5C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F31853D-A819-BE9F-B51B-A730E2F6E8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1DA5605-4DC9-7AAE-4874-E9C3F6A14D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31C477-2A77-0498-80C2-B57A18954DB9}"/>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6" name="Footer Placeholder 5">
            <a:extLst>
              <a:ext uri="{FF2B5EF4-FFF2-40B4-BE49-F238E27FC236}">
                <a16:creationId xmlns:a16="http://schemas.microsoft.com/office/drawing/2014/main" id="{B266F222-075C-0681-9244-2448FC6AA30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B245F6F-914B-CA46-7950-BC82B0ECCC63}"/>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70480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FEACF-6508-E8FD-F663-F5FC2E9AF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F1B11150-5B61-027F-87FD-4C50F555CA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B4A9B3C-0E0B-9DBA-0214-32F9FD5EE9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96392-FA16-EDF7-FDAE-EDB950E0642F}"/>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6" name="Footer Placeholder 5">
            <a:extLst>
              <a:ext uri="{FF2B5EF4-FFF2-40B4-BE49-F238E27FC236}">
                <a16:creationId xmlns:a16="http://schemas.microsoft.com/office/drawing/2014/main" id="{B42E52AF-6C69-6DA5-08F4-B3FBC9DC5E0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2C43C17-C916-6020-6D68-6BEB2CAD96C3}"/>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3257943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2557A-0581-F727-1D73-034FE0D7E1A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5A67F5-6A82-3094-15DB-55F8D452E4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0A5AD6C-AA2A-7570-61BC-90DD3E4E6D1A}"/>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5" name="Footer Placeholder 4">
            <a:extLst>
              <a:ext uri="{FF2B5EF4-FFF2-40B4-BE49-F238E27FC236}">
                <a16:creationId xmlns:a16="http://schemas.microsoft.com/office/drawing/2014/main" id="{E4E4249F-482F-57B7-4013-3A164CB3A31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89B2623-0596-7822-2530-8EFC7CAC7DD8}"/>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42155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8EA5FA-C733-4DF5-2CC0-DCD3A6EFD8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7FBE0AB-1DC0-3CE5-F0DA-0DC7A3CC5B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59AFF2-D6E9-79B8-D6D6-69C0D788D003}"/>
              </a:ext>
            </a:extLst>
          </p:cNvPr>
          <p:cNvSpPr>
            <a:spLocks noGrp="1"/>
          </p:cNvSpPr>
          <p:nvPr>
            <p:ph type="dt" sz="half" idx="10"/>
          </p:nvPr>
        </p:nvSpPr>
        <p:spPr/>
        <p:txBody>
          <a:bodyPr/>
          <a:lstStyle/>
          <a:p>
            <a:fld id="{F12A0F28-9BDB-44A9-A15D-2A0CD551D737}" type="datetimeFigureOut">
              <a:rPr lang="en-AU" smtClean="0"/>
              <a:t>12/12/2025</a:t>
            </a:fld>
            <a:endParaRPr lang="en-AU"/>
          </a:p>
        </p:txBody>
      </p:sp>
      <p:sp>
        <p:nvSpPr>
          <p:cNvPr id="5" name="Footer Placeholder 4">
            <a:extLst>
              <a:ext uri="{FF2B5EF4-FFF2-40B4-BE49-F238E27FC236}">
                <a16:creationId xmlns:a16="http://schemas.microsoft.com/office/drawing/2014/main" id="{D571AB0E-B90A-6C68-4C01-AC3EA0FEE7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4E37E93-1198-5CDA-BAAB-228CA4862522}"/>
              </a:ext>
            </a:extLst>
          </p:cNvPr>
          <p:cNvSpPr>
            <a:spLocks noGrp="1"/>
          </p:cNvSpPr>
          <p:nvPr>
            <p:ph type="sldNum" sz="quarter" idx="12"/>
          </p:nvPr>
        </p:nvSpPr>
        <p:spPr/>
        <p:txBody>
          <a:bodyPr/>
          <a:lstStyle/>
          <a:p>
            <a:fld id="{D4CCB64C-79AB-47DD-A8F8-EC115C453F3C}" type="slidenum">
              <a:rPr lang="en-AU" smtClean="0"/>
              <a:t>‹#›</a:t>
            </a:fld>
            <a:endParaRPr lang="en-AU"/>
          </a:p>
        </p:txBody>
      </p:sp>
    </p:spTree>
    <p:extLst>
      <p:ext uri="{BB962C8B-B14F-4D97-AF65-F5344CB8AC3E}">
        <p14:creationId xmlns:p14="http://schemas.microsoft.com/office/powerpoint/2010/main" val="145294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1A028E-731B-B2C1-B3C2-06AA13AB13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061B0ED-ADAD-14AF-6AE7-ABBB21BAED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369A87F-02A3-60BD-CE96-13E3A68592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2A0F28-9BDB-44A9-A15D-2A0CD551D737}" type="datetimeFigureOut">
              <a:rPr lang="en-AU" smtClean="0"/>
              <a:t>12/12/2025</a:t>
            </a:fld>
            <a:endParaRPr lang="en-AU"/>
          </a:p>
        </p:txBody>
      </p:sp>
      <p:sp>
        <p:nvSpPr>
          <p:cNvPr id="5" name="Footer Placeholder 4">
            <a:extLst>
              <a:ext uri="{FF2B5EF4-FFF2-40B4-BE49-F238E27FC236}">
                <a16:creationId xmlns:a16="http://schemas.microsoft.com/office/drawing/2014/main" id="{10CDA111-F320-A350-F130-28561838A3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9A138886-8095-194D-BB83-29DFCA23CA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CCB64C-79AB-47DD-A8F8-EC115C453F3C}" type="slidenum">
              <a:rPr lang="en-AU" smtClean="0"/>
              <a:t>‹#›</a:t>
            </a:fld>
            <a:endParaRPr lang="en-AU"/>
          </a:p>
        </p:txBody>
      </p:sp>
    </p:spTree>
    <p:extLst>
      <p:ext uri="{BB962C8B-B14F-4D97-AF65-F5344CB8AC3E}">
        <p14:creationId xmlns:p14="http://schemas.microsoft.com/office/powerpoint/2010/main" val="3207590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sv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1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notesSlide" Target="../notesSlides/notesSlide2.xml"/><Relationship Id="rId16"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22.svg"/><Relationship Id="rId4" Type="http://schemas.openxmlformats.org/officeDocument/2006/relationships/image" Target="../media/image7.png"/><Relationship Id="rId9" Type="http://schemas.openxmlformats.org/officeDocument/2006/relationships/image" Target="../media/image12.svg"/><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iam-orchestrator-service-1056400841359.asia-southeast1.run.app/"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27.sv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6.xml"/><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sv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8.svg"/><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s://www.marketdataforecast.com/market-reports/asia-pacific-identity-and-access-management-market" TargetMode="External"/><Relationship Id="rId5" Type="http://schemas.openxmlformats.org/officeDocument/2006/relationships/hyperlink" Target="https://www.ibm.com/security/data-breach" TargetMode="External"/><Relationship Id="rId4" Type="http://schemas.openxmlformats.org/officeDocument/2006/relationships/hyperlink" Target="https://www.marketsandmarkets.com/Market-Reports/identity-access-management-iam-market-1168.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DCF1-DF37-420E-83B6-6C71A7AB315F}"/>
              </a:ext>
            </a:extLst>
          </p:cNvPr>
          <p:cNvSpPr>
            <a:spLocks noGrp="1"/>
          </p:cNvSpPr>
          <p:nvPr>
            <p:ph type="ctrTitle"/>
          </p:nvPr>
        </p:nvSpPr>
        <p:spPr>
          <a:xfrm>
            <a:off x="390144" y="1212248"/>
            <a:ext cx="9144000" cy="646331"/>
          </a:xfrm>
        </p:spPr>
        <p:txBody>
          <a:bodyPr anchor="t">
            <a:normAutofit fontScale="90000"/>
          </a:bodyPr>
          <a:lstStyle/>
          <a:p>
            <a:pPr algn="l"/>
            <a:r>
              <a:rPr lang="en-AU" sz="4900"/>
              <a:t>Accenture</a:t>
            </a:r>
            <a:r>
              <a:rPr lang="en-AU" sz="4800"/>
              <a:t> | Australia &amp; New Zealand</a:t>
            </a:r>
            <a:br>
              <a:rPr lang="en-AU" sz="4800"/>
            </a:br>
            <a:br>
              <a:rPr lang="en-AU" sz="4800"/>
            </a:br>
            <a:br>
              <a:rPr lang="en-AU" sz="3100"/>
            </a:br>
            <a:br>
              <a:rPr lang="en-AU" sz="3100"/>
            </a:br>
            <a:endParaRPr lang="en-AU" sz="4800"/>
          </a:p>
        </p:txBody>
      </p:sp>
      <p:sp>
        <p:nvSpPr>
          <p:cNvPr id="3" name="Subtitle 2">
            <a:extLst>
              <a:ext uri="{FF2B5EF4-FFF2-40B4-BE49-F238E27FC236}">
                <a16:creationId xmlns:a16="http://schemas.microsoft.com/office/drawing/2014/main" id="{720DD278-03B5-4824-BE99-962EEDF832CC}"/>
              </a:ext>
            </a:extLst>
          </p:cNvPr>
          <p:cNvSpPr>
            <a:spLocks noGrp="1"/>
          </p:cNvSpPr>
          <p:nvPr>
            <p:ph type="subTitle" idx="1"/>
          </p:nvPr>
        </p:nvSpPr>
        <p:spPr>
          <a:xfrm>
            <a:off x="527383" y="4776219"/>
            <a:ext cx="5160264" cy="1809507"/>
          </a:xfrm>
        </p:spPr>
        <p:txBody>
          <a:bodyPr anchor="b">
            <a:normAutofit/>
          </a:bodyPr>
          <a:lstStyle/>
          <a:p>
            <a:pPr algn="l"/>
            <a:r>
              <a:rPr lang="en-AU" dirty="0"/>
              <a:t>Google Agent Build Challenge</a:t>
            </a:r>
            <a:endParaRPr lang="en-AU" dirty="0">
              <a:solidFill>
                <a:srgbClr val="34A753"/>
              </a:solidFill>
            </a:endParaRPr>
          </a:p>
          <a:p>
            <a:pPr algn="l"/>
            <a:r>
              <a:rPr lang="en-AU" dirty="0"/>
              <a:t>December 15, 2025</a:t>
            </a:r>
          </a:p>
          <a:p>
            <a:pPr algn="l"/>
            <a:r>
              <a:rPr lang="en-AU" dirty="0">
                <a:solidFill>
                  <a:srgbClr val="34A753"/>
                </a:solidFill>
              </a:rPr>
              <a:t>Narmada Chowdary Nannaka</a:t>
            </a:r>
          </a:p>
          <a:p>
            <a:pPr algn="l"/>
            <a:r>
              <a:rPr lang="en-AU" dirty="0">
                <a:solidFill>
                  <a:srgbClr val="34A753"/>
                </a:solidFill>
              </a:rPr>
              <a:t>Mrunal Tupe</a:t>
            </a:r>
          </a:p>
        </p:txBody>
      </p:sp>
      <p:pic>
        <p:nvPicPr>
          <p:cNvPr id="4" name="Picture 4">
            <a:extLst>
              <a:ext uri="{FF2B5EF4-FFF2-40B4-BE49-F238E27FC236}">
                <a16:creationId xmlns:a16="http://schemas.microsoft.com/office/drawing/2014/main" id="{2BDB6B62-722F-0576-6F35-CF5732B4A0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0728"/>
            <a:ext cx="12192000" cy="4873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E85E20CB-BCB5-74E8-8D2B-9EC4C92CA2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799" y="3963061"/>
            <a:ext cx="5703239" cy="2763607"/>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descr="Shield Tick with solid fill">
            <a:extLst>
              <a:ext uri="{FF2B5EF4-FFF2-40B4-BE49-F238E27FC236}">
                <a16:creationId xmlns:a16="http://schemas.microsoft.com/office/drawing/2014/main" id="{07D0682A-71A9-19E9-3C92-C00CC68E12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14325" y="1975110"/>
            <a:ext cx="2387600" cy="2387600"/>
          </a:xfrm>
          <a:prstGeom prst="rect">
            <a:avLst/>
          </a:prstGeom>
        </p:spPr>
      </p:pic>
      <p:sp>
        <p:nvSpPr>
          <p:cNvPr id="9" name="TextBox 8">
            <a:extLst>
              <a:ext uri="{FF2B5EF4-FFF2-40B4-BE49-F238E27FC236}">
                <a16:creationId xmlns:a16="http://schemas.microsoft.com/office/drawing/2014/main" id="{32D8A708-8ED6-2826-97F2-A137750E4887}"/>
              </a:ext>
            </a:extLst>
          </p:cNvPr>
          <p:cNvSpPr txBox="1"/>
          <p:nvPr/>
        </p:nvSpPr>
        <p:spPr>
          <a:xfrm>
            <a:off x="2822840" y="2533429"/>
            <a:ext cx="6546314" cy="769441"/>
          </a:xfrm>
          <a:prstGeom prst="rect">
            <a:avLst/>
          </a:prstGeom>
          <a:noFill/>
        </p:spPr>
        <p:txBody>
          <a:bodyPr wrap="square">
            <a:spAutoFit/>
          </a:bodyPr>
          <a:lstStyle/>
          <a:p>
            <a:r>
              <a:rPr lang="en-AU" sz="4400" b="1">
                <a:solidFill>
                  <a:srgbClr val="FF0000"/>
                </a:solidFill>
              </a:rPr>
              <a:t>Zero-Touch IAM Security</a:t>
            </a:r>
            <a:endParaRPr lang="en-AU" sz="4400" b="1"/>
          </a:p>
        </p:txBody>
      </p:sp>
      <p:sp>
        <p:nvSpPr>
          <p:cNvPr id="10" name="TextBox 9">
            <a:extLst>
              <a:ext uri="{FF2B5EF4-FFF2-40B4-BE49-F238E27FC236}">
                <a16:creationId xmlns:a16="http://schemas.microsoft.com/office/drawing/2014/main" id="{D3239549-55DA-AEDE-A466-13B0319D1E9F}"/>
              </a:ext>
            </a:extLst>
          </p:cNvPr>
          <p:cNvSpPr txBox="1"/>
          <p:nvPr/>
        </p:nvSpPr>
        <p:spPr>
          <a:xfrm>
            <a:off x="3936335" y="3296923"/>
            <a:ext cx="4319324" cy="646331"/>
          </a:xfrm>
          <a:prstGeom prst="rect">
            <a:avLst/>
          </a:prstGeom>
          <a:noFill/>
        </p:spPr>
        <p:txBody>
          <a:bodyPr wrap="none" rtlCol="0">
            <a:spAutoFit/>
          </a:bodyPr>
          <a:lstStyle/>
          <a:p>
            <a:r>
              <a:rPr lang="en-AU">
                <a:solidFill>
                  <a:schemeClr val="bg1">
                    <a:lumMod val="50000"/>
                  </a:schemeClr>
                </a:solidFill>
              </a:rPr>
              <a:t>AI-Powered Complex Process Automation</a:t>
            </a:r>
          </a:p>
          <a:p>
            <a:endParaRPr lang="en-AU">
              <a:solidFill>
                <a:schemeClr val="bg1">
                  <a:lumMod val="50000"/>
                </a:schemeClr>
              </a:solidFill>
            </a:endParaRPr>
          </a:p>
        </p:txBody>
      </p:sp>
      <p:pic>
        <p:nvPicPr>
          <p:cNvPr id="12" name="Graphic 11" descr="Lightning bolt with solid fill">
            <a:extLst>
              <a:ext uri="{FF2B5EF4-FFF2-40B4-BE49-F238E27FC236}">
                <a16:creationId xmlns:a16="http://schemas.microsoft.com/office/drawing/2014/main" id="{B5833AC8-BFC5-F11D-9A86-7C616C18A1E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33964" y="3747257"/>
            <a:ext cx="457200" cy="457200"/>
          </a:xfrm>
          <a:prstGeom prst="rect">
            <a:avLst/>
          </a:prstGeom>
        </p:spPr>
      </p:pic>
      <p:sp>
        <p:nvSpPr>
          <p:cNvPr id="13" name="TextBox 12">
            <a:extLst>
              <a:ext uri="{FF2B5EF4-FFF2-40B4-BE49-F238E27FC236}">
                <a16:creationId xmlns:a16="http://schemas.microsoft.com/office/drawing/2014/main" id="{CB7E6A18-BD3A-26C4-1C43-1FC15445630D}"/>
              </a:ext>
            </a:extLst>
          </p:cNvPr>
          <p:cNvSpPr txBox="1"/>
          <p:nvPr/>
        </p:nvSpPr>
        <p:spPr>
          <a:xfrm>
            <a:off x="3691164" y="3716379"/>
            <a:ext cx="4975401" cy="646331"/>
          </a:xfrm>
          <a:prstGeom prst="rect">
            <a:avLst/>
          </a:prstGeom>
          <a:noFill/>
        </p:spPr>
        <p:txBody>
          <a:bodyPr wrap="none" rtlCol="0">
            <a:spAutoFit/>
          </a:bodyPr>
          <a:lstStyle/>
          <a:p>
            <a:r>
              <a:rPr lang="en-AU">
                <a:solidFill>
                  <a:schemeClr val="bg1">
                    <a:lumMod val="50000"/>
                  </a:schemeClr>
                </a:solidFill>
              </a:rPr>
              <a:t>Built with Google ADK &amp; Agent-to-Agent Protocol</a:t>
            </a:r>
          </a:p>
          <a:p>
            <a:endParaRPr lang="en-AU">
              <a:solidFill>
                <a:schemeClr val="bg1">
                  <a:lumMod val="50000"/>
                </a:schemeClr>
              </a:solidFill>
            </a:endParaRPr>
          </a:p>
        </p:txBody>
      </p:sp>
    </p:spTree>
    <p:custDataLst>
      <p:tags r:id="rId1"/>
    </p:custDataLst>
    <p:extLst>
      <p:ext uri="{BB962C8B-B14F-4D97-AF65-F5344CB8AC3E}">
        <p14:creationId xmlns:p14="http://schemas.microsoft.com/office/powerpoint/2010/main" val="330563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2000" tmFilter="0, 0; .2, .5; .8, .5; 1, 0"/>
                                        <p:tgtEl>
                                          <p:spTgt spid="7"/>
                                        </p:tgtEl>
                                      </p:cBhvr>
                                    </p:animEffect>
                                    <p:animScale>
                                      <p:cBhvr>
                                        <p:cTn id="7" dur="100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28D17-0490-5211-4A78-027960A0357D}"/>
              </a:ext>
            </a:extLst>
          </p:cNvPr>
          <p:cNvSpPr>
            <a:spLocks noGrp="1"/>
          </p:cNvSpPr>
          <p:nvPr>
            <p:ph type="title"/>
          </p:nvPr>
        </p:nvSpPr>
        <p:spPr>
          <a:xfrm>
            <a:off x="307258" y="552954"/>
            <a:ext cx="10515600" cy="676756"/>
          </a:xfrm>
        </p:spPr>
        <p:txBody>
          <a:bodyPr anchor="t">
            <a:normAutofit fontScale="90000"/>
          </a:bodyPr>
          <a:lstStyle/>
          <a:p>
            <a:r>
              <a:rPr lang="en-AU"/>
              <a:t>The Real IAM Problem: Current State</a:t>
            </a:r>
          </a:p>
        </p:txBody>
      </p:sp>
      <p:pic>
        <p:nvPicPr>
          <p:cNvPr id="4" name="Picture 4">
            <a:extLst>
              <a:ext uri="{FF2B5EF4-FFF2-40B4-BE49-F238E27FC236}">
                <a16:creationId xmlns:a16="http://schemas.microsoft.com/office/drawing/2014/main" id="{6C87972E-5C02-3E1B-600D-1AF5427AE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DB88674D-FCFB-E658-0D12-D68B50B16C0D}"/>
              </a:ext>
            </a:extLst>
          </p:cNvPr>
          <p:cNvGrpSpPr/>
          <p:nvPr/>
        </p:nvGrpSpPr>
        <p:grpSpPr>
          <a:xfrm>
            <a:off x="2546676" y="2666954"/>
            <a:ext cx="6322271" cy="505560"/>
            <a:chOff x="677619" y="3903407"/>
            <a:chExt cx="6322271" cy="505560"/>
          </a:xfrm>
        </p:grpSpPr>
        <p:sp>
          <p:nvSpPr>
            <p:cNvPr id="7" name="Rectangle: Rounded Corners 6">
              <a:extLst>
                <a:ext uri="{FF2B5EF4-FFF2-40B4-BE49-F238E27FC236}">
                  <a16:creationId xmlns:a16="http://schemas.microsoft.com/office/drawing/2014/main" id="{CF4E0A67-7E7F-9F8D-2318-2E1C3CE3573E}"/>
                </a:ext>
              </a:extLst>
            </p:cNvPr>
            <p:cNvSpPr/>
            <p:nvPr/>
          </p:nvSpPr>
          <p:spPr>
            <a:xfrm>
              <a:off x="677619" y="3904738"/>
              <a:ext cx="6322271" cy="504229"/>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11" name="Graphic 10" descr="Shield with solid fill">
              <a:extLst>
                <a:ext uri="{FF2B5EF4-FFF2-40B4-BE49-F238E27FC236}">
                  <a16:creationId xmlns:a16="http://schemas.microsoft.com/office/drawing/2014/main" id="{579EC43A-D24B-410B-16F9-55633C81AA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256" y="3903407"/>
              <a:ext cx="451900" cy="451900"/>
            </a:xfrm>
            <a:prstGeom prst="rect">
              <a:avLst/>
            </a:prstGeom>
          </p:spPr>
        </p:pic>
        <p:sp>
          <p:nvSpPr>
            <p:cNvPr id="14" name="TextBox 13">
              <a:extLst>
                <a:ext uri="{FF2B5EF4-FFF2-40B4-BE49-F238E27FC236}">
                  <a16:creationId xmlns:a16="http://schemas.microsoft.com/office/drawing/2014/main" id="{1E44E834-A10E-EF53-0DEB-1F20DB693469}"/>
                </a:ext>
              </a:extLst>
            </p:cNvPr>
            <p:cNvSpPr txBox="1"/>
            <p:nvPr/>
          </p:nvSpPr>
          <p:spPr>
            <a:xfrm>
              <a:off x="1280081" y="3969152"/>
              <a:ext cx="5714962" cy="369332"/>
            </a:xfrm>
            <a:prstGeom prst="rect">
              <a:avLst/>
            </a:prstGeom>
            <a:noFill/>
          </p:spPr>
          <p:txBody>
            <a:bodyPr wrap="none" lIns="91440" tIns="45720" rIns="91440" bIns="45720" rtlCol="0" anchor="t">
              <a:spAutoFit/>
            </a:bodyPr>
            <a:lstStyle/>
            <a:p>
              <a:r>
                <a:rPr lang="en-US">
                  <a:solidFill>
                    <a:srgbClr val="000000"/>
                  </a:solidFill>
                </a:rPr>
                <a:t>Manual Interpretation of Policies, Access and Approvers</a:t>
              </a:r>
              <a:endParaRPr lang="en-AU" err="1">
                <a:solidFill>
                  <a:srgbClr val="000000"/>
                </a:solidFill>
              </a:endParaRPr>
            </a:p>
          </p:txBody>
        </p:sp>
      </p:grpSp>
      <p:grpSp>
        <p:nvGrpSpPr>
          <p:cNvPr id="3" name="Group 2">
            <a:extLst>
              <a:ext uri="{FF2B5EF4-FFF2-40B4-BE49-F238E27FC236}">
                <a16:creationId xmlns:a16="http://schemas.microsoft.com/office/drawing/2014/main" id="{917367C8-F917-A97F-9F0F-C81FEBEEF912}"/>
              </a:ext>
            </a:extLst>
          </p:cNvPr>
          <p:cNvGrpSpPr/>
          <p:nvPr/>
        </p:nvGrpSpPr>
        <p:grpSpPr>
          <a:xfrm>
            <a:off x="4990826" y="2115859"/>
            <a:ext cx="6673060" cy="506339"/>
            <a:chOff x="691996" y="2719708"/>
            <a:chExt cx="6673060" cy="506339"/>
          </a:xfrm>
        </p:grpSpPr>
        <p:sp>
          <p:nvSpPr>
            <p:cNvPr id="6" name="Rectangle: Rounded Corners 5">
              <a:extLst>
                <a:ext uri="{FF2B5EF4-FFF2-40B4-BE49-F238E27FC236}">
                  <a16:creationId xmlns:a16="http://schemas.microsoft.com/office/drawing/2014/main" id="{791C82FA-4166-113B-30CD-E9767709B419}"/>
                </a:ext>
              </a:extLst>
            </p:cNvPr>
            <p:cNvSpPr/>
            <p:nvPr/>
          </p:nvSpPr>
          <p:spPr>
            <a:xfrm>
              <a:off x="691996" y="2721817"/>
              <a:ext cx="6652951" cy="504230"/>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13" name="Graphic 12" descr="Database with solid fill">
              <a:extLst>
                <a:ext uri="{FF2B5EF4-FFF2-40B4-BE49-F238E27FC236}">
                  <a16:creationId xmlns:a16="http://schemas.microsoft.com/office/drawing/2014/main" id="{962F04C0-4EF0-D992-2BFC-79824B5C19B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5973" y="2719708"/>
              <a:ext cx="504183" cy="504183"/>
            </a:xfrm>
            <a:prstGeom prst="rect">
              <a:avLst/>
            </a:prstGeom>
          </p:spPr>
        </p:pic>
        <p:sp>
          <p:nvSpPr>
            <p:cNvPr id="15" name="TextBox 14">
              <a:extLst>
                <a:ext uri="{FF2B5EF4-FFF2-40B4-BE49-F238E27FC236}">
                  <a16:creationId xmlns:a16="http://schemas.microsoft.com/office/drawing/2014/main" id="{1A9BE1D4-9C40-5BB1-B3DE-401D2D9A8600}"/>
                </a:ext>
              </a:extLst>
            </p:cNvPr>
            <p:cNvSpPr txBox="1"/>
            <p:nvPr/>
          </p:nvSpPr>
          <p:spPr>
            <a:xfrm>
              <a:off x="1273452" y="2798475"/>
              <a:ext cx="6091604" cy="369332"/>
            </a:xfrm>
            <a:prstGeom prst="rect">
              <a:avLst/>
            </a:prstGeom>
            <a:noFill/>
          </p:spPr>
          <p:txBody>
            <a:bodyPr wrap="none" lIns="91440" tIns="45720" rIns="91440" bIns="45720" rtlCol="0" anchor="t">
              <a:spAutoFit/>
            </a:bodyPr>
            <a:lstStyle/>
            <a:p>
              <a:r>
                <a:rPr lang="en-US">
                  <a:solidFill>
                    <a:srgbClr val="000000"/>
                  </a:solidFill>
                </a:rPr>
                <a:t>IGA Tools are simply static rules and no real-time processing</a:t>
              </a:r>
              <a:endParaRPr lang="en-AU">
                <a:solidFill>
                  <a:srgbClr val="000000"/>
                </a:solidFill>
              </a:endParaRPr>
            </a:p>
          </p:txBody>
        </p:sp>
      </p:grpSp>
      <p:grpSp>
        <p:nvGrpSpPr>
          <p:cNvPr id="19" name="Group 18">
            <a:extLst>
              <a:ext uri="{FF2B5EF4-FFF2-40B4-BE49-F238E27FC236}">
                <a16:creationId xmlns:a16="http://schemas.microsoft.com/office/drawing/2014/main" id="{8D46B2D4-BA76-6209-27A4-EB879E7B9217}"/>
              </a:ext>
            </a:extLst>
          </p:cNvPr>
          <p:cNvGrpSpPr/>
          <p:nvPr/>
        </p:nvGrpSpPr>
        <p:grpSpPr>
          <a:xfrm>
            <a:off x="688494" y="1486232"/>
            <a:ext cx="4745967" cy="618142"/>
            <a:chOff x="688494" y="1615628"/>
            <a:chExt cx="4745967" cy="618142"/>
          </a:xfrm>
        </p:grpSpPr>
        <p:sp>
          <p:nvSpPr>
            <p:cNvPr id="5" name="Rectangle: Rounded Corners 4">
              <a:extLst>
                <a:ext uri="{FF2B5EF4-FFF2-40B4-BE49-F238E27FC236}">
                  <a16:creationId xmlns:a16="http://schemas.microsoft.com/office/drawing/2014/main" id="{43280135-A30C-B885-F791-BD89D20AC76F}"/>
                </a:ext>
              </a:extLst>
            </p:cNvPr>
            <p:cNvSpPr/>
            <p:nvPr/>
          </p:nvSpPr>
          <p:spPr>
            <a:xfrm>
              <a:off x="688494" y="1615628"/>
              <a:ext cx="4728781" cy="618142"/>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pic>
          <p:nvPicPr>
            <p:cNvPr id="9" name="Graphic 8" descr="Mining tools with solid fill">
              <a:extLst>
                <a:ext uri="{FF2B5EF4-FFF2-40B4-BE49-F238E27FC236}">
                  <a16:creationId xmlns:a16="http://schemas.microsoft.com/office/drawing/2014/main" id="{3A5CA9D9-A34B-E0A2-7213-D01F327D7FD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8600" y="1629152"/>
              <a:ext cx="571556" cy="571556"/>
            </a:xfrm>
            <a:prstGeom prst="rect">
              <a:avLst/>
            </a:prstGeom>
          </p:spPr>
        </p:pic>
        <p:sp>
          <p:nvSpPr>
            <p:cNvPr id="16" name="TextBox 15">
              <a:extLst>
                <a:ext uri="{FF2B5EF4-FFF2-40B4-BE49-F238E27FC236}">
                  <a16:creationId xmlns:a16="http://schemas.microsoft.com/office/drawing/2014/main" id="{69D0F351-7E6E-A960-B80A-9A04CA219788}"/>
                </a:ext>
              </a:extLst>
            </p:cNvPr>
            <p:cNvSpPr txBox="1"/>
            <p:nvPr/>
          </p:nvSpPr>
          <p:spPr>
            <a:xfrm>
              <a:off x="1057063" y="1738972"/>
              <a:ext cx="4377398" cy="369332"/>
            </a:xfrm>
            <a:prstGeom prst="rect">
              <a:avLst/>
            </a:prstGeom>
            <a:noFill/>
          </p:spPr>
          <p:txBody>
            <a:bodyPr wrap="square" lIns="91440" tIns="45720" rIns="91440" bIns="45720" rtlCol="0" anchor="t">
              <a:spAutoFit/>
            </a:bodyPr>
            <a:lstStyle/>
            <a:p>
              <a:pPr algn="ctr"/>
              <a:r>
                <a:rPr lang="en-US">
                  <a:ea typeface="+mn-lt"/>
                  <a:cs typeface="+mn-lt"/>
                </a:rPr>
                <a:t>Legacy ITSM Ticketing lacks intelligence</a:t>
              </a:r>
            </a:p>
          </p:txBody>
        </p:sp>
      </p:grpSp>
      <p:sp>
        <p:nvSpPr>
          <p:cNvPr id="17" name="Rectangle: Rounded Corners 16">
            <a:extLst>
              <a:ext uri="{FF2B5EF4-FFF2-40B4-BE49-F238E27FC236}">
                <a16:creationId xmlns:a16="http://schemas.microsoft.com/office/drawing/2014/main" id="{54FC9432-DE2B-935E-412A-29E42134F4FE}"/>
              </a:ext>
            </a:extLst>
          </p:cNvPr>
          <p:cNvSpPr/>
          <p:nvPr/>
        </p:nvSpPr>
        <p:spPr>
          <a:xfrm>
            <a:off x="691997" y="5813461"/>
            <a:ext cx="10863290" cy="875071"/>
          </a:xfrm>
          <a:prstGeom prst="roundRect">
            <a:avLst/>
          </a:prstGeom>
          <a:gradFill>
            <a:gsLst>
              <a:gs pos="0">
                <a:srgbClr val="4284F3"/>
              </a:gs>
              <a:gs pos="100000">
                <a:schemeClr val="accent1">
                  <a:lumMod val="45000"/>
                  <a:lumOff val="55000"/>
                </a:schemeClr>
              </a:gs>
              <a:gs pos="100000">
                <a:schemeClr val="accent1">
                  <a:lumMod val="45000"/>
                  <a:lumOff val="55000"/>
                </a:schemeClr>
              </a:gs>
              <a:gs pos="100000">
                <a:schemeClr val="accent1">
                  <a:lumMod val="30000"/>
                  <a:lumOff val="7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90B9D929-71CC-8929-E883-F1F4D848BBC2}"/>
              </a:ext>
            </a:extLst>
          </p:cNvPr>
          <p:cNvSpPr txBox="1"/>
          <p:nvPr/>
        </p:nvSpPr>
        <p:spPr>
          <a:xfrm>
            <a:off x="1218423" y="6020163"/>
            <a:ext cx="9898928" cy="461665"/>
          </a:xfrm>
          <a:prstGeom prst="rect">
            <a:avLst/>
          </a:prstGeom>
          <a:noFill/>
        </p:spPr>
        <p:txBody>
          <a:bodyPr wrap="none" rtlCol="0">
            <a:spAutoFit/>
          </a:bodyPr>
          <a:lstStyle/>
          <a:p>
            <a:r>
              <a:rPr lang="en-AU" sz="2400" b="1">
                <a:solidFill>
                  <a:schemeClr val="bg1"/>
                </a:solidFill>
              </a:rPr>
              <a:t>Zero-Touch IAM Security automates the entire workflow with AI agents</a:t>
            </a:r>
          </a:p>
        </p:txBody>
      </p:sp>
      <p:sp>
        <p:nvSpPr>
          <p:cNvPr id="21" name="Rectangle: Rounded Corners 20">
            <a:extLst>
              <a:ext uri="{FF2B5EF4-FFF2-40B4-BE49-F238E27FC236}">
                <a16:creationId xmlns:a16="http://schemas.microsoft.com/office/drawing/2014/main" id="{CEE35F38-B04A-EF45-A68B-72314AAEABF6}"/>
              </a:ext>
            </a:extLst>
          </p:cNvPr>
          <p:cNvSpPr/>
          <p:nvPr/>
        </p:nvSpPr>
        <p:spPr>
          <a:xfrm>
            <a:off x="5720570" y="3182758"/>
            <a:ext cx="6195270" cy="531879"/>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sp>
        <p:nvSpPr>
          <p:cNvPr id="23" name="TextBox 22">
            <a:extLst>
              <a:ext uri="{FF2B5EF4-FFF2-40B4-BE49-F238E27FC236}">
                <a16:creationId xmlns:a16="http://schemas.microsoft.com/office/drawing/2014/main" id="{03E3221F-488F-6029-70BB-4DECF7C9AA0D}"/>
              </a:ext>
            </a:extLst>
          </p:cNvPr>
          <p:cNvSpPr txBox="1"/>
          <p:nvPr/>
        </p:nvSpPr>
        <p:spPr>
          <a:xfrm>
            <a:off x="6319176" y="3234217"/>
            <a:ext cx="6088303" cy="369332"/>
          </a:xfrm>
          <a:prstGeom prst="rect">
            <a:avLst/>
          </a:prstGeom>
          <a:noFill/>
        </p:spPr>
        <p:txBody>
          <a:bodyPr wrap="square" lIns="91440" tIns="45720" rIns="91440" bIns="45720" rtlCol="0" anchor="t">
            <a:spAutoFit/>
          </a:bodyPr>
          <a:lstStyle/>
          <a:p>
            <a:r>
              <a:rPr lang="en-US">
                <a:ea typeface="+mn-lt"/>
                <a:cs typeface="+mn-lt"/>
              </a:rPr>
              <a:t>Access Delays of 2-3 weeks on multiple large programs</a:t>
            </a:r>
            <a:endParaRPr lang="en-US"/>
          </a:p>
        </p:txBody>
      </p:sp>
      <p:pic>
        <p:nvPicPr>
          <p:cNvPr id="24" name="Graphic 23" descr="Stopwatch 66% with solid fill">
            <a:extLst>
              <a:ext uri="{FF2B5EF4-FFF2-40B4-BE49-F238E27FC236}">
                <a16:creationId xmlns:a16="http://schemas.microsoft.com/office/drawing/2014/main" id="{2B138DFC-B049-4848-F1EE-D849B2BD8B0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55052" y="3196283"/>
            <a:ext cx="499669" cy="499669"/>
          </a:xfrm>
          <a:prstGeom prst="rect">
            <a:avLst/>
          </a:prstGeom>
        </p:spPr>
      </p:pic>
      <p:sp>
        <p:nvSpPr>
          <p:cNvPr id="26" name="Rectangle: Rounded Corners 25">
            <a:extLst>
              <a:ext uri="{FF2B5EF4-FFF2-40B4-BE49-F238E27FC236}">
                <a16:creationId xmlns:a16="http://schemas.microsoft.com/office/drawing/2014/main" id="{A6BA2D48-2F4D-7B57-96A1-3F6090DD5B06}"/>
              </a:ext>
            </a:extLst>
          </p:cNvPr>
          <p:cNvSpPr/>
          <p:nvPr/>
        </p:nvSpPr>
        <p:spPr>
          <a:xfrm>
            <a:off x="3811883" y="3760963"/>
            <a:ext cx="3878121" cy="619247"/>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28" name="TextBox 27">
            <a:extLst>
              <a:ext uri="{FF2B5EF4-FFF2-40B4-BE49-F238E27FC236}">
                <a16:creationId xmlns:a16="http://schemas.microsoft.com/office/drawing/2014/main" id="{C6984B5D-60DD-2106-0473-6F9E42DD9BA3}"/>
              </a:ext>
            </a:extLst>
          </p:cNvPr>
          <p:cNvSpPr txBox="1"/>
          <p:nvPr/>
        </p:nvSpPr>
        <p:spPr>
          <a:xfrm>
            <a:off x="4414345" y="3825377"/>
            <a:ext cx="3284554" cy="369332"/>
          </a:xfrm>
          <a:prstGeom prst="rect">
            <a:avLst/>
          </a:prstGeom>
          <a:noFill/>
        </p:spPr>
        <p:txBody>
          <a:bodyPr wrap="none" lIns="91440" tIns="45720" rIns="91440" bIns="45720" rtlCol="0" anchor="t">
            <a:spAutoFit/>
          </a:bodyPr>
          <a:lstStyle/>
          <a:p>
            <a:r>
              <a:rPr lang="en-US">
                <a:solidFill>
                  <a:srgbClr val="000000"/>
                </a:solidFill>
              </a:rPr>
              <a:t>No authoritative source of truth</a:t>
            </a:r>
            <a:endParaRPr lang="en-US"/>
          </a:p>
        </p:txBody>
      </p:sp>
      <p:pic>
        <p:nvPicPr>
          <p:cNvPr id="22" name="Graphic 21" descr="Home with solid fill">
            <a:extLst>
              <a:ext uri="{FF2B5EF4-FFF2-40B4-BE49-F238E27FC236}">
                <a16:creationId xmlns:a16="http://schemas.microsoft.com/office/drawing/2014/main" id="{72C35445-93ED-3498-2A75-481C62C9484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29127" y="3742624"/>
            <a:ext cx="499669" cy="499669"/>
          </a:xfrm>
          <a:prstGeom prst="rect">
            <a:avLst/>
          </a:prstGeom>
        </p:spPr>
      </p:pic>
      <p:sp>
        <p:nvSpPr>
          <p:cNvPr id="31" name="Rectangle: Rounded Corners 30">
            <a:extLst>
              <a:ext uri="{FF2B5EF4-FFF2-40B4-BE49-F238E27FC236}">
                <a16:creationId xmlns:a16="http://schemas.microsoft.com/office/drawing/2014/main" id="{5695CE0D-2AF3-B6D4-8EC2-8EBABB3E42E2}"/>
              </a:ext>
            </a:extLst>
          </p:cNvPr>
          <p:cNvSpPr/>
          <p:nvPr/>
        </p:nvSpPr>
        <p:spPr>
          <a:xfrm>
            <a:off x="7693769" y="4249792"/>
            <a:ext cx="3878121" cy="619247"/>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32" name="TextBox 31">
            <a:extLst>
              <a:ext uri="{FF2B5EF4-FFF2-40B4-BE49-F238E27FC236}">
                <a16:creationId xmlns:a16="http://schemas.microsoft.com/office/drawing/2014/main" id="{A58CB05F-DA39-DEAD-B078-FF8CF0DCF0E6}"/>
              </a:ext>
            </a:extLst>
          </p:cNvPr>
          <p:cNvSpPr txBox="1"/>
          <p:nvPr/>
        </p:nvSpPr>
        <p:spPr>
          <a:xfrm>
            <a:off x="8296231" y="4314206"/>
            <a:ext cx="2973250" cy="369332"/>
          </a:xfrm>
          <a:prstGeom prst="rect">
            <a:avLst/>
          </a:prstGeom>
          <a:noFill/>
        </p:spPr>
        <p:txBody>
          <a:bodyPr wrap="none" lIns="91440" tIns="45720" rIns="91440" bIns="45720" rtlCol="0" anchor="t">
            <a:spAutoFit/>
          </a:bodyPr>
          <a:lstStyle/>
          <a:p>
            <a:r>
              <a:rPr lang="en-US">
                <a:solidFill>
                  <a:srgbClr val="000000"/>
                </a:solidFill>
              </a:rPr>
              <a:t>Stale access lasting months</a:t>
            </a:r>
            <a:endParaRPr lang="en-US"/>
          </a:p>
        </p:txBody>
      </p:sp>
      <p:pic>
        <p:nvPicPr>
          <p:cNvPr id="33" name="Graphic 32" descr="Exit with solid fill">
            <a:extLst>
              <a:ext uri="{FF2B5EF4-FFF2-40B4-BE49-F238E27FC236}">
                <a16:creationId xmlns:a16="http://schemas.microsoft.com/office/drawing/2014/main" id="{28FABBFD-12D8-0AB9-31D0-1B918E2B870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811014" y="4288962"/>
            <a:ext cx="499669" cy="499669"/>
          </a:xfrm>
          <a:prstGeom prst="rect">
            <a:avLst/>
          </a:prstGeom>
        </p:spPr>
      </p:pic>
      <p:grpSp>
        <p:nvGrpSpPr>
          <p:cNvPr id="39" name="Group 38">
            <a:extLst>
              <a:ext uri="{FF2B5EF4-FFF2-40B4-BE49-F238E27FC236}">
                <a16:creationId xmlns:a16="http://schemas.microsoft.com/office/drawing/2014/main" id="{90F0DD87-1037-A82A-5ED9-8CA381A9A7BB}"/>
              </a:ext>
            </a:extLst>
          </p:cNvPr>
          <p:cNvGrpSpPr/>
          <p:nvPr/>
        </p:nvGrpSpPr>
        <p:grpSpPr>
          <a:xfrm>
            <a:off x="688493" y="4373869"/>
            <a:ext cx="4976005" cy="618142"/>
            <a:chOff x="688493" y="4491099"/>
            <a:chExt cx="4976005" cy="618142"/>
          </a:xfrm>
        </p:grpSpPr>
        <p:sp>
          <p:nvSpPr>
            <p:cNvPr id="36" name="Rectangle: Rounded Corners 35">
              <a:extLst>
                <a:ext uri="{FF2B5EF4-FFF2-40B4-BE49-F238E27FC236}">
                  <a16:creationId xmlns:a16="http://schemas.microsoft.com/office/drawing/2014/main" id="{32A3E31D-C9F6-3D59-D870-341179E2C0B8}"/>
                </a:ext>
              </a:extLst>
            </p:cNvPr>
            <p:cNvSpPr/>
            <p:nvPr/>
          </p:nvSpPr>
          <p:spPr>
            <a:xfrm>
              <a:off x="688493" y="4491099"/>
              <a:ext cx="4728781" cy="618142"/>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pic>
          <p:nvPicPr>
            <p:cNvPr id="37" name="Graphic 36" descr="Document with solid fill">
              <a:extLst>
                <a:ext uri="{FF2B5EF4-FFF2-40B4-BE49-F238E27FC236}">
                  <a16:creationId xmlns:a16="http://schemas.microsoft.com/office/drawing/2014/main" id="{9965D0A5-D904-27F9-228A-F91FAE57F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22976" y="4519000"/>
              <a:ext cx="571556" cy="571556"/>
            </a:xfrm>
            <a:prstGeom prst="rect">
              <a:avLst/>
            </a:prstGeom>
          </p:spPr>
        </p:pic>
        <p:sp>
          <p:nvSpPr>
            <p:cNvPr id="38" name="TextBox 37">
              <a:extLst>
                <a:ext uri="{FF2B5EF4-FFF2-40B4-BE49-F238E27FC236}">
                  <a16:creationId xmlns:a16="http://schemas.microsoft.com/office/drawing/2014/main" id="{F09B2900-2E6A-0F01-841C-6834B11FB691}"/>
                </a:ext>
              </a:extLst>
            </p:cNvPr>
            <p:cNvSpPr txBox="1"/>
            <p:nvPr/>
          </p:nvSpPr>
          <p:spPr>
            <a:xfrm>
              <a:off x="1287100" y="4614443"/>
              <a:ext cx="4377398" cy="369332"/>
            </a:xfrm>
            <a:prstGeom prst="rect">
              <a:avLst/>
            </a:prstGeom>
            <a:noFill/>
          </p:spPr>
          <p:txBody>
            <a:bodyPr wrap="square" lIns="91440" tIns="45720" rIns="91440" bIns="45720" rtlCol="0" anchor="t">
              <a:spAutoFit/>
            </a:bodyPr>
            <a:lstStyle/>
            <a:p>
              <a:r>
                <a:rPr lang="en-US">
                  <a:ea typeface="+mn-lt"/>
                  <a:cs typeface="+mn-lt"/>
                </a:rPr>
                <a:t>Compliance audit gaps</a:t>
              </a:r>
              <a:endParaRPr lang="en-US"/>
            </a:p>
          </p:txBody>
        </p:sp>
      </p:grpSp>
      <p:sp>
        <p:nvSpPr>
          <p:cNvPr id="41" name="Rectangle: Rounded Corners 40">
            <a:extLst>
              <a:ext uri="{FF2B5EF4-FFF2-40B4-BE49-F238E27FC236}">
                <a16:creationId xmlns:a16="http://schemas.microsoft.com/office/drawing/2014/main" id="{747E10FC-D137-CBDB-56D6-485D4A1E6805}"/>
              </a:ext>
            </a:extLst>
          </p:cNvPr>
          <p:cNvSpPr/>
          <p:nvPr/>
        </p:nvSpPr>
        <p:spPr>
          <a:xfrm>
            <a:off x="3075134" y="5006472"/>
            <a:ext cx="8222478" cy="603765"/>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pic>
        <p:nvPicPr>
          <p:cNvPr id="42" name="Graphic 41" descr="Cycle with people with solid fill">
            <a:extLst>
              <a:ext uri="{FF2B5EF4-FFF2-40B4-BE49-F238E27FC236}">
                <a16:creationId xmlns:a16="http://schemas.microsoft.com/office/drawing/2014/main" id="{E71B6511-DC7E-6321-58C8-3A1777F4479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123994" y="5019996"/>
            <a:ext cx="571556" cy="571556"/>
          </a:xfrm>
          <a:prstGeom prst="rect">
            <a:avLst/>
          </a:prstGeom>
        </p:spPr>
      </p:pic>
      <p:sp>
        <p:nvSpPr>
          <p:cNvPr id="43" name="TextBox 42">
            <a:extLst>
              <a:ext uri="{FF2B5EF4-FFF2-40B4-BE49-F238E27FC236}">
                <a16:creationId xmlns:a16="http://schemas.microsoft.com/office/drawing/2014/main" id="{D5E35393-92AB-9C9D-1456-2E2CBC08776F}"/>
              </a:ext>
            </a:extLst>
          </p:cNvPr>
          <p:cNvSpPr txBox="1"/>
          <p:nvPr/>
        </p:nvSpPr>
        <p:spPr>
          <a:xfrm>
            <a:off x="3630608" y="5115440"/>
            <a:ext cx="7957360" cy="369332"/>
          </a:xfrm>
          <a:prstGeom prst="rect">
            <a:avLst/>
          </a:prstGeom>
          <a:noFill/>
        </p:spPr>
        <p:txBody>
          <a:bodyPr wrap="square" lIns="91440" tIns="45720" rIns="91440" bIns="45720" rtlCol="0" anchor="t">
            <a:spAutoFit/>
          </a:bodyPr>
          <a:lstStyle/>
          <a:p>
            <a:r>
              <a:rPr lang="en-US">
                <a:ea typeface="+mn-lt"/>
                <a:cs typeface="+mn-lt"/>
              </a:rPr>
              <a:t>Multiple manual loops HR-&gt; IT -&gt; Security -&gt; Manager approval chains</a:t>
            </a:r>
            <a:endParaRPr lang="en-US"/>
          </a:p>
        </p:txBody>
      </p:sp>
    </p:spTree>
    <p:extLst>
      <p:ext uri="{BB962C8B-B14F-4D97-AF65-F5344CB8AC3E}">
        <p14:creationId xmlns:p14="http://schemas.microsoft.com/office/powerpoint/2010/main" val="1839319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7B74-ECBF-CE6D-2239-F8FF91A28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07FA1-7BBB-6254-792F-29EE8F46B83F}"/>
              </a:ext>
            </a:extLst>
          </p:cNvPr>
          <p:cNvSpPr txBox="1">
            <a:spLocks/>
          </p:cNvSpPr>
          <p:nvPr/>
        </p:nvSpPr>
        <p:spPr>
          <a:xfrm>
            <a:off x="307258" y="552954"/>
            <a:ext cx="10515600" cy="676756"/>
          </a:xfrm>
          <a:prstGeom prst="rect">
            <a:avLst/>
          </a:prstGeom>
        </p:spPr>
        <p:txBody>
          <a:bodyPr lIns="91440" tIns="45720" rIns="91440" bIns="4572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a:t>Target State - The Solution</a:t>
            </a:r>
          </a:p>
        </p:txBody>
      </p:sp>
      <p:pic>
        <p:nvPicPr>
          <p:cNvPr id="3" name="Picture 4">
            <a:extLst>
              <a:ext uri="{FF2B5EF4-FFF2-40B4-BE49-F238E27FC236}">
                <a16:creationId xmlns:a16="http://schemas.microsoft.com/office/drawing/2014/main" id="{F42F5AAC-AAA7-9C03-5E67-623B82741C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sp>
        <p:nvSpPr>
          <p:cNvPr id="5" name="Text 1">
            <a:extLst>
              <a:ext uri="{FF2B5EF4-FFF2-40B4-BE49-F238E27FC236}">
                <a16:creationId xmlns:a16="http://schemas.microsoft.com/office/drawing/2014/main" id="{F9D12934-B983-2B3B-4F40-4C89C6D57997}"/>
              </a:ext>
            </a:extLst>
          </p:cNvPr>
          <p:cNvSpPr/>
          <p:nvPr/>
        </p:nvSpPr>
        <p:spPr>
          <a:xfrm>
            <a:off x="487869" y="1416321"/>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1</a:t>
            </a:r>
            <a:endParaRPr lang="en-US" sz="1400">
              <a:solidFill>
                <a:schemeClr val="bg1"/>
              </a:solidFill>
            </a:endParaRPr>
          </a:p>
        </p:txBody>
      </p:sp>
      <p:sp>
        <p:nvSpPr>
          <p:cNvPr id="6" name="Text 2">
            <a:extLst>
              <a:ext uri="{FF2B5EF4-FFF2-40B4-BE49-F238E27FC236}">
                <a16:creationId xmlns:a16="http://schemas.microsoft.com/office/drawing/2014/main" id="{A12E0AAC-ECE3-41F9-F64A-AFB60E28DBBF}"/>
              </a:ext>
            </a:extLst>
          </p:cNvPr>
          <p:cNvSpPr/>
          <p:nvPr/>
        </p:nvSpPr>
        <p:spPr>
          <a:xfrm>
            <a:off x="1036508" y="1416321"/>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Request Initiated</a:t>
            </a:r>
            <a:endParaRPr lang="en-US" sz="1400">
              <a:solidFill>
                <a:schemeClr val="bg1"/>
              </a:solidFill>
            </a:endParaRPr>
          </a:p>
        </p:txBody>
      </p:sp>
      <p:sp>
        <p:nvSpPr>
          <p:cNvPr id="7" name="Text 3">
            <a:extLst>
              <a:ext uri="{FF2B5EF4-FFF2-40B4-BE49-F238E27FC236}">
                <a16:creationId xmlns:a16="http://schemas.microsoft.com/office/drawing/2014/main" id="{30BC5FEE-420F-D5BB-08A8-426FA64E1EA0}"/>
              </a:ext>
            </a:extLst>
          </p:cNvPr>
          <p:cNvSpPr/>
          <p:nvPr/>
        </p:nvSpPr>
        <p:spPr>
          <a:xfrm>
            <a:off x="8079658" y="1416321"/>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Developer requests Editor role</a:t>
            </a:r>
          </a:p>
        </p:txBody>
      </p:sp>
      <p:sp>
        <p:nvSpPr>
          <p:cNvPr id="8" name="Text 4">
            <a:extLst>
              <a:ext uri="{FF2B5EF4-FFF2-40B4-BE49-F238E27FC236}">
                <a16:creationId xmlns:a16="http://schemas.microsoft.com/office/drawing/2014/main" id="{ADC56263-EA13-7E77-959D-12C43F31AAE9}"/>
              </a:ext>
            </a:extLst>
          </p:cNvPr>
          <p:cNvSpPr/>
          <p:nvPr/>
        </p:nvSpPr>
        <p:spPr>
          <a:xfrm>
            <a:off x="11029260" y="1416321"/>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0s</a:t>
            </a:r>
          </a:p>
        </p:txBody>
      </p:sp>
      <p:sp>
        <p:nvSpPr>
          <p:cNvPr id="9" name="Text 5">
            <a:extLst>
              <a:ext uri="{FF2B5EF4-FFF2-40B4-BE49-F238E27FC236}">
                <a16:creationId xmlns:a16="http://schemas.microsoft.com/office/drawing/2014/main" id="{FB9C69CE-D66C-F839-A87D-4E1487372385}"/>
              </a:ext>
            </a:extLst>
          </p:cNvPr>
          <p:cNvSpPr/>
          <p:nvPr/>
        </p:nvSpPr>
        <p:spPr>
          <a:xfrm>
            <a:off x="487869" y="1945031"/>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2</a:t>
            </a:r>
            <a:endParaRPr lang="en-US" sz="1400">
              <a:solidFill>
                <a:schemeClr val="bg1"/>
              </a:solidFill>
            </a:endParaRPr>
          </a:p>
        </p:txBody>
      </p:sp>
      <p:sp>
        <p:nvSpPr>
          <p:cNvPr id="10" name="Text 6">
            <a:extLst>
              <a:ext uri="{FF2B5EF4-FFF2-40B4-BE49-F238E27FC236}">
                <a16:creationId xmlns:a16="http://schemas.microsoft.com/office/drawing/2014/main" id="{DA2D4A60-6FD6-0876-0198-5B99623A8276}"/>
              </a:ext>
            </a:extLst>
          </p:cNvPr>
          <p:cNvSpPr/>
          <p:nvPr/>
        </p:nvSpPr>
        <p:spPr>
          <a:xfrm>
            <a:off x="1036508" y="1945031"/>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Approver Lookup</a:t>
            </a:r>
            <a:endParaRPr lang="en-US" sz="1400">
              <a:solidFill>
                <a:schemeClr val="bg1"/>
              </a:solidFill>
            </a:endParaRPr>
          </a:p>
        </p:txBody>
      </p:sp>
      <p:sp>
        <p:nvSpPr>
          <p:cNvPr id="11" name="Text 7">
            <a:extLst>
              <a:ext uri="{FF2B5EF4-FFF2-40B4-BE49-F238E27FC236}">
                <a16:creationId xmlns:a16="http://schemas.microsoft.com/office/drawing/2014/main" id="{09018351-B1C9-A651-F57E-25BD70531ABA}"/>
              </a:ext>
            </a:extLst>
          </p:cNvPr>
          <p:cNvSpPr/>
          <p:nvPr/>
        </p:nvSpPr>
        <p:spPr>
          <a:xfrm>
            <a:off x="8079658" y="1945031"/>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Query Firestore → alice@example.com</a:t>
            </a:r>
          </a:p>
        </p:txBody>
      </p:sp>
      <p:sp>
        <p:nvSpPr>
          <p:cNvPr id="12" name="Text 8">
            <a:extLst>
              <a:ext uri="{FF2B5EF4-FFF2-40B4-BE49-F238E27FC236}">
                <a16:creationId xmlns:a16="http://schemas.microsoft.com/office/drawing/2014/main" id="{5EB8DC8C-8FF4-105C-C2FE-812758182A17}"/>
              </a:ext>
            </a:extLst>
          </p:cNvPr>
          <p:cNvSpPr/>
          <p:nvPr/>
        </p:nvSpPr>
        <p:spPr>
          <a:xfrm>
            <a:off x="11029260" y="1945031"/>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1s</a:t>
            </a:r>
          </a:p>
        </p:txBody>
      </p:sp>
      <p:sp>
        <p:nvSpPr>
          <p:cNvPr id="13" name="Text 9">
            <a:extLst>
              <a:ext uri="{FF2B5EF4-FFF2-40B4-BE49-F238E27FC236}">
                <a16:creationId xmlns:a16="http://schemas.microsoft.com/office/drawing/2014/main" id="{B45554A1-9DE8-B656-D252-6F9BEBD98BE6}"/>
              </a:ext>
            </a:extLst>
          </p:cNvPr>
          <p:cNvSpPr/>
          <p:nvPr/>
        </p:nvSpPr>
        <p:spPr>
          <a:xfrm>
            <a:off x="487869" y="2508910"/>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3</a:t>
            </a:r>
            <a:endParaRPr lang="en-US" sz="1400">
              <a:solidFill>
                <a:schemeClr val="bg1"/>
              </a:solidFill>
            </a:endParaRPr>
          </a:p>
        </p:txBody>
      </p:sp>
      <p:sp>
        <p:nvSpPr>
          <p:cNvPr id="14" name="Text 10">
            <a:extLst>
              <a:ext uri="{FF2B5EF4-FFF2-40B4-BE49-F238E27FC236}">
                <a16:creationId xmlns:a16="http://schemas.microsoft.com/office/drawing/2014/main" id="{0205F4E5-A6C7-F88C-A6EA-02D8677B8242}"/>
              </a:ext>
            </a:extLst>
          </p:cNvPr>
          <p:cNvSpPr/>
          <p:nvPr/>
        </p:nvSpPr>
        <p:spPr>
          <a:xfrm>
            <a:off x="1036508" y="2508910"/>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Policy Retrieval</a:t>
            </a:r>
            <a:endParaRPr lang="en-US" sz="1400">
              <a:solidFill>
                <a:schemeClr val="bg1"/>
              </a:solidFill>
            </a:endParaRPr>
          </a:p>
        </p:txBody>
      </p:sp>
      <p:sp>
        <p:nvSpPr>
          <p:cNvPr id="15" name="Text 11">
            <a:extLst>
              <a:ext uri="{FF2B5EF4-FFF2-40B4-BE49-F238E27FC236}">
                <a16:creationId xmlns:a16="http://schemas.microsoft.com/office/drawing/2014/main" id="{6F3D3CAA-2E65-8417-9CBE-59BD07BAC69E}"/>
              </a:ext>
            </a:extLst>
          </p:cNvPr>
          <p:cNvSpPr/>
          <p:nvPr/>
        </p:nvSpPr>
        <p:spPr>
          <a:xfrm>
            <a:off x="8079658" y="2508910"/>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RAG → PROD-ACCESS-POLICY-v2</a:t>
            </a:r>
          </a:p>
        </p:txBody>
      </p:sp>
      <p:sp>
        <p:nvSpPr>
          <p:cNvPr id="16" name="Text 12">
            <a:extLst>
              <a:ext uri="{FF2B5EF4-FFF2-40B4-BE49-F238E27FC236}">
                <a16:creationId xmlns:a16="http://schemas.microsoft.com/office/drawing/2014/main" id="{9C78A4D7-D2E3-E3F7-F92E-DAB1128CC7C3}"/>
              </a:ext>
            </a:extLst>
          </p:cNvPr>
          <p:cNvSpPr/>
          <p:nvPr/>
        </p:nvSpPr>
        <p:spPr>
          <a:xfrm>
            <a:off x="11029260" y="2508910"/>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2s</a:t>
            </a:r>
          </a:p>
        </p:txBody>
      </p:sp>
      <p:sp>
        <p:nvSpPr>
          <p:cNvPr id="17" name="Text 13">
            <a:extLst>
              <a:ext uri="{FF2B5EF4-FFF2-40B4-BE49-F238E27FC236}">
                <a16:creationId xmlns:a16="http://schemas.microsoft.com/office/drawing/2014/main" id="{E124FBAB-F786-A04C-F6CB-4723CDFA9E09}"/>
              </a:ext>
            </a:extLst>
          </p:cNvPr>
          <p:cNvSpPr/>
          <p:nvPr/>
        </p:nvSpPr>
        <p:spPr>
          <a:xfrm>
            <a:off x="487869" y="3049343"/>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4</a:t>
            </a:r>
            <a:endParaRPr lang="en-US" sz="1400">
              <a:solidFill>
                <a:schemeClr val="bg1"/>
              </a:solidFill>
            </a:endParaRPr>
          </a:p>
        </p:txBody>
      </p:sp>
      <p:sp>
        <p:nvSpPr>
          <p:cNvPr id="18" name="Text 14">
            <a:extLst>
              <a:ext uri="{FF2B5EF4-FFF2-40B4-BE49-F238E27FC236}">
                <a16:creationId xmlns:a16="http://schemas.microsoft.com/office/drawing/2014/main" id="{7DBBCFB7-DDCB-74D5-2357-68391B18DD4A}"/>
              </a:ext>
            </a:extLst>
          </p:cNvPr>
          <p:cNvSpPr/>
          <p:nvPr/>
        </p:nvSpPr>
        <p:spPr>
          <a:xfrm>
            <a:off x="1036508" y="3049343"/>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Compliance Check</a:t>
            </a:r>
            <a:endParaRPr lang="en-US" sz="1400">
              <a:solidFill>
                <a:schemeClr val="bg1"/>
              </a:solidFill>
            </a:endParaRPr>
          </a:p>
        </p:txBody>
      </p:sp>
      <p:sp>
        <p:nvSpPr>
          <p:cNvPr id="19" name="Text 15">
            <a:extLst>
              <a:ext uri="{FF2B5EF4-FFF2-40B4-BE49-F238E27FC236}">
                <a16:creationId xmlns:a16="http://schemas.microsoft.com/office/drawing/2014/main" id="{7FD26680-FCAF-F6C2-83F0-6C32AC981104}"/>
              </a:ext>
            </a:extLst>
          </p:cNvPr>
          <p:cNvSpPr/>
          <p:nvPr/>
        </p:nvSpPr>
        <p:spPr>
          <a:xfrm>
            <a:off x="8079658" y="3049343"/>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dirty="0">
                <a:solidFill>
                  <a:schemeClr val="bg1"/>
                </a:solidFill>
              </a:rPr>
              <a:t>Business hours ✓ (11:30 AM Mon)</a:t>
            </a:r>
          </a:p>
        </p:txBody>
      </p:sp>
      <p:sp>
        <p:nvSpPr>
          <p:cNvPr id="20" name="Text 16">
            <a:extLst>
              <a:ext uri="{FF2B5EF4-FFF2-40B4-BE49-F238E27FC236}">
                <a16:creationId xmlns:a16="http://schemas.microsoft.com/office/drawing/2014/main" id="{B9C72922-D002-A7DE-CB9E-B3AED31C3210}"/>
              </a:ext>
            </a:extLst>
          </p:cNvPr>
          <p:cNvSpPr/>
          <p:nvPr/>
        </p:nvSpPr>
        <p:spPr>
          <a:xfrm>
            <a:off x="11029260" y="3049343"/>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3s</a:t>
            </a:r>
          </a:p>
        </p:txBody>
      </p:sp>
      <p:sp>
        <p:nvSpPr>
          <p:cNvPr id="21" name="Text 17">
            <a:extLst>
              <a:ext uri="{FF2B5EF4-FFF2-40B4-BE49-F238E27FC236}">
                <a16:creationId xmlns:a16="http://schemas.microsoft.com/office/drawing/2014/main" id="{4065C102-0FF6-9A64-A7E7-B04B0A7AAF85}"/>
              </a:ext>
            </a:extLst>
          </p:cNvPr>
          <p:cNvSpPr/>
          <p:nvPr/>
        </p:nvSpPr>
        <p:spPr>
          <a:xfrm>
            <a:off x="487869" y="3578053"/>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5</a:t>
            </a:r>
            <a:endParaRPr lang="en-US" sz="1400">
              <a:solidFill>
                <a:schemeClr val="bg1"/>
              </a:solidFill>
            </a:endParaRPr>
          </a:p>
        </p:txBody>
      </p:sp>
      <p:sp>
        <p:nvSpPr>
          <p:cNvPr id="22" name="Text 18">
            <a:extLst>
              <a:ext uri="{FF2B5EF4-FFF2-40B4-BE49-F238E27FC236}">
                <a16:creationId xmlns:a16="http://schemas.microsoft.com/office/drawing/2014/main" id="{9B523BA9-DD9A-4547-464D-487A144DD368}"/>
              </a:ext>
            </a:extLst>
          </p:cNvPr>
          <p:cNvSpPr/>
          <p:nvPr/>
        </p:nvSpPr>
        <p:spPr>
          <a:xfrm>
            <a:off x="1036508" y="3578053"/>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Email Sent</a:t>
            </a:r>
            <a:endParaRPr lang="en-US" sz="1400">
              <a:solidFill>
                <a:schemeClr val="bg1"/>
              </a:solidFill>
            </a:endParaRPr>
          </a:p>
        </p:txBody>
      </p:sp>
      <p:sp>
        <p:nvSpPr>
          <p:cNvPr id="23" name="Text 19">
            <a:extLst>
              <a:ext uri="{FF2B5EF4-FFF2-40B4-BE49-F238E27FC236}">
                <a16:creationId xmlns:a16="http://schemas.microsoft.com/office/drawing/2014/main" id="{4D5C4EC4-1330-DE74-5E8A-59EBA73A93FA}"/>
              </a:ext>
            </a:extLst>
          </p:cNvPr>
          <p:cNvSpPr/>
          <p:nvPr/>
        </p:nvSpPr>
        <p:spPr>
          <a:xfrm>
            <a:off x="8079658" y="3578053"/>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Gmail API → Approve/Deny buttons</a:t>
            </a:r>
          </a:p>
        </p:txBody>
      </p:sp>
      <p:sp>
        <p:nvSpPr>
          <p:cNvPr id="24" name="Text 20">
            <a:extLst>
              <a:ext uri="{FF2B5EF4-FFF2-40B4-BE49-F238E27FC236}">
                <a16:creationId xmlns:a16="http://schemas.microsoft.com/office/drawing/2014/main" id="{1E14F646-C80A-7A6F-0420-907907239181}"/>
              </a:ext>
            </a:extLst>
          </p:cNvPr>
          <p:cNvSpPr/>
          <p:nvPr/>
        </p:nvSpPr>
        <p:spPr>
          <a:xfrm>
            <a:off x="11029260" y="3578053"/>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4s</a:t>
            </a:r>
          </a:p>
        </p:txBody>
      </p:sp>
      <p:sp>
        <p:nvSpPr>
          <p:cNvPr id="25" name="Text 21">
            <a:extLst>
              <a:ext uri="{FF2B5EF4-FFF2-40B4-BE49-F238E27FC236}">
                <a16:creationId xmlns:a16="http://schemas.microsoft.com/office/drawing/2014/main" id="{0413F497-35AF-0221-BEA5-3A6DEBE032FF}"/>
              </a:ext>
            </a:extLst>
          </p:cNvPr>
          <p:cNvSpPr/>
          <p:nvPr/>
        </p:nvSpPr>
        <p:spPr>
          <a:xfrm>
            <a:off x="487869" y="4177101"/>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6</a:t>
            </a:r>
            <a:endParaRPr lang="en-US" sz="1400">
              <a:solidFill>
                <a:schemeClr val="bg1"/>
              </a:solidFill>
            </a:endParaRPr>
          </a:p>
        </p:txBody>
      </p:sp>
      <p:sp>
        <p:nvSpPr>
          <p:cNvPr id="26" name="Text 22">
            <a:extLst>
              <a:ext uri="{FF2B5EF4-FFF2-40B4-BE49-F238E27FC236}">
                <a16:creationId xmlns:a16="http://schemas.microsoft.com/office/drawing/2014/main" id="{927EF21D-AEA3-6C11-FE49-05B442ED8B32}"/>
              </a:ext>
            </a:extLst>
          </p:cNvPr>
          <p:cNvSpPr/>
          <p:nvPr/>
        </p:nvSpPr>
        <p:spPr>
          <a:xfrm>
            <a:off x="1036508" y="4177101"/>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Approval Received</a:t>
            </a:r>
            <a:endParaRPr lang="en-US" sz="1400">
              <a:solidFill>
                <a:schemeClr val="bg1"/>
              </a:solidFill>
            </a:endParaRPr>
          </a:p>
        </p:txBody>
      </p:sp>
      <p:sp>
        <p:nvSpPr>
          <p:cNvPr id="27" name="Text 23">
            <a:extLst>
              <a:ext uri="{FF2B5EF4-FFF2-40B4-BE49-F238E27FC236}">
                <a16:creationId xmlns:a16="http://schemas.microsoft.com/office/drawing/2014/main" id="{A27D3BF8-39D7-D386-FE03-50C672265532}"/>
              </a:ext>
            </a:extLst>
          </p:cNvPr>
          <p:cNvSpPr/>
          <p:nvPr/>
        </p:nvSpPr>
        <p:spPr>
          <a:xfrm>
            <a:off x="8079658" y="4177101"/>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JWT validated → Pub/Sub trigger</a:t>
            </a:r>
          </a:p>
        </p:txBody>
      </p:sp>
      <p:sp>
        <p:nvSpPr>
          <p:cNvPr id="28" name="Text 24">
            <a:extLst>
              <a:ext uri="{FF2B5EF4-FFF2-40B4-BE49-F238E27FC236}">
                <a16:creationId xmlns:a16="http://schemas.microsoft.com/office/drawing/2014/main" id="{DB329114-D104-41A2-30BD-1517D7F41383}"/>
              </a:ext>
            </a:extLst>
          </p:cNvPr>
          <p:cNvSpPr/>
          <p:nvPr/>
        </p:nvSpPr>
        <p:spPr>
          <a:xfrm>
            <a:off x="11029260" y="4177101"/>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8s</a:t>
            </a:r>
          </a:p>
        </p:txBody>
      </p:sp>
      <p:sp>
        <p:nvSpPr>
          <p:cNvPr id="29" name="Text 25">
            <a:extLst>
              <a:ext uri="{FF2B5EF4-FFF2-40B4-BE49-F238E27FC236}">
                <a16:creationId xmlns:a16="http://schemas.microsoft.com/office/drawing/2014/main" id="{EE79933B-7213-BA9F-518F-F505D88E1F18}"/>
              </a:ext>
            </a:extLst>
          </p:cNvPr>
          <p:cNvSpPr/>
          <p:nvPr/>
        </p:nvSpPr>
        <p:spPr>
          <a:xfrm>
            <a:off x="487869" y="4740980"/>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7</a:t>
            </a:r>
            <a:endParaRPr lang="en-US" sz="1400">
              <a:solidFill>
                <a:schemeClr val="bg1"/>
              </a:solidFill>
            </a:endParaRPr>
          </a:p>
        </p:txBody>
      </p:sp>
      <p:sp>
        <p:nvSpPr>
          <p:cNvPr id="30" name="Text 26">
            <a:extLst>
              <a:ext uri="{FF2B5EF4-FFF2-40B4-BE49-F238E27FC236}">
                <a16:creationId xmlns:a16="http://schemas.microsoft.com/office/drawing/2014/main" id="{E6CAFED4-E6F0-5D5B-1CC7-E2C159EE75B2}"/>
              </a:ext>
            </a:extLst>
          </p:cNvPr>
          <p:cNvSpPr/>
          <p:nvPr/>
        </p:nvSpPr>
        <p:spPr>
          <a:xfrm>
            <a:off x="1036508" y="4740980"/>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NLU Classification</a:t>
            </a:r>
            <a:endParaRPr lang="en-US" sz="1400">
              <a:solidFill>
                <a:schemeClr val="bg1"/>
              </a:solidFill>
            </a:endParaRPr>
          </a:p>
        </p:txBody>
      </p:sp>
      <p:sp>
        <p:nvSpPr>
          <p:cNvPr id="31" name="Text 27">
            <a:extLst>
              <a:ext uri="{FF2B5EF4-FFF2-40B4-BE49-F238E27FC236}">
                <a16:creationId xmlns:a16="http://schemas.microsoft.com/office/drawing/2014/main" id="{532F22B7-1E4B-532C-C15C-F84430E00C82}"/>
              </a:ext>
            </a:extLst>
          </p:cNvPr>
          <p:cNvSpPr/>
          <p:nvPr/>
        </p:nvSpPr>
        <p:spPr>
          <a:xfrm>
            <a:off x="8079658" y="4740980"/>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Gemini 2.5 → APPROVED</a:t>
            </a:r>
          </a:p>
        </p:txBody>
      </p:sp>
      <p:sp>
        <p:nvSpPr>
          <p:cNvPr id="32" name="Text 28">
            <a:extLst>
              <a:ext uri="{FF2B5EF4-FFF2-40B4-BE49-F238E27FC236}">
                <a16:creationId xmlns:a16="http://schemas.microsoft.com/office/drawing/2014/main" id="{6174A5E5-567D-0A0A-CB28-367074317056}"/>
              </a:ext>
            </a:extLst>
          </p:cNvPr>
          <p:cNvSpPr/>
          <p:nvPr/>
        </p:nvSpPr>
        <p:spPr>
          <a:xfrm>
            <a:off x="11029260" y="4740980"/>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10s</a:t>
            </a:r>
          </a:p>
        </p:txBody>
      </p:sp>
      <p:sp>
        <p:nvSpPr>
          <p:cNvPr id="33" name="Text 29">
            <a:extLst>
              <a:ext uri="{FF2B5EF4-FFF2-40B4-BE49-F238E27FC236}">
                <a16:creationId xmlns:a16="http://schemas.microsoft.com/office/drawing/2014/main" id="{826BE6C5-DA80-8C7E-094C-2B11E460A802}"/>
              </a:ext>
            </a:extLst>
          </p:cNvPr>
          <p:cNvSpPr/>
          <p:nvPr/>
        </p:nvSpPr>
        <p:spPr>
          <a:xfrm>
            <a:off x="487869" y="5328305"/>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8</a:t>
            </a:r>
            <a:endParaRPr lang="en-US" sz="1400">
              <a:solidFill>
                <a:schemeClr val="bg1"/>
              </a:solidFill>
            </a:endParaRPr>
          </a:p>
        </p:txBody>
      </p:sp>
      <p:sp>
        <p:nvSpPr>
          <p:cNvPr id="34" name="Text 30">
            <a:extLst>
              <a:ext uri="{FF2B5EF4-FFF2-40B4-BE49-F238E27FC236}">
                <a16:creationId xmlns:a16="http://schemas.microsoft.com/office/drawing/2014/main" id="{00763D48-6482-5EDA-1813-AC0A7764C864}"/>
              </a:ext>
            </a:extLst>
          </p:cNvPr>
          <p:cNvSpPr/>
          <p:nvPr/>
        </p:nvSpPr>
        <p:spPr>
          <a:xfrm>
            <a:off x="1036508" y="5328305"/>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A2A Execution</a:t>
            </a:r>
            <a:endParaRPr lang="en-US" sz="1400">
              <a:solidFill>
                <a:schemeClr val="bg1"/>
              </a:solidFill>
            </a:endParaRPr>
          </a:p>
        </p:txBody>
      </p:sp>
      <p:sp>
        <p:nvSpPr>
          <p:cNvPr id="35" name="Text 31">
            <a:extLst>
              <a:ext uri="{FF2B5EF4-FFF2-40B4-BE49-F238E27FC236}">
                <a16:creationId xmlns:a16="http://schemas.microsoft.com/office/drawing/2014/main" id="{04A093C5-CD4F-64BC-9C3E-30788B3B7526}"/>
              </a:ext>
            </a:extLst>
          </p:cNvPr>
          <p:cNvSpPr/>
          <p:nvPr/>
        </p:nvSpPr>
        <p:spPr>
          <a:xfrm>
            <a:off x="8079658" y="5328305"/>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Isolated provisioning service</a:t>
            </a:r>
          </a:p>
        </p:txBody>
      </p:sp>
      <p:sp>
        <p:nvSpPr>
          <p:cNvPr id="36" name="Text 32">
            <a:extLst>
              <a:ext uri="{FF2B5EF4-FFF2-40B4-BE49-F238E27FC236}">
                <a16:creationId xmlns:a16="http://schemas.microsoft.com/office/drawing/2014/main" id="{DED7A6BE-CF3F-3652-3257-8AE4FA6E474F}"/>
              </a:ext>
            </a:extLst>
          </p:cNvPr>
          <p:cNvSpPr/>
          <p:nvPr/>
        </p:nvSpPr>
        <p:spPr>
          <a:xfrm>
            <a:off x="11029260" y="5328305"/>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12s</a:t>
            </a:r>
          </a:p>
        </p:txBody>
      </p:sp>
      <p:sp>
        <p:nvSpPr>
          <p:cNvPr id="37" name="Text 33">
            <a:extLst>
              <a:ext uri="{FF2B5EF4-FFF2-40B4-BE49-F238E27FC236}">
                <a16:creationId xmlns:a16="http://schemas.microsoft.com/office/drawing/2014/main" id="{39129C13-AF53-FE61-4CAC-57005305F221}"/>
              </a:ext>
            </a:extLst>
          </p:cNvPr>
          <p:cNvSpPr/>
          <p:nvPr/>
        </p:nvSpPr>
        <p:spPr>
          <a:xfrm>
            <a:off x="487869" y="5903907"/>
            <a:ext cx="36576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400" b="1">
                <a:solidFill>
                  <a:schemeClr val="bg1"/>
                </a:solidFill>
              </a:rPr>
              <a:t>9</a:t>
            </a:r>
            <a:endParaRPr lang="en-US" sz="1400">
              <a:solidFill>
                <a:schemeClr val="bg1"/>
              </a:solidFill>
            </a:endParaRPr>
          </a:p>
        </p:txBody>
      </p:sp>
      <p:sp>
        <p:nvSpPr>
          <p:cNvPr id="38" name="Text 34">
            <a:extLst>
              <a:ext uri="{FF2B5EF4-FFF2-40B4-BE49-F238E27FC236}">
                <a16:creationId xmlns:a16="http://schemas.microsoft.com/office/drawing/2014/main" id="{31734DA7-B391-B0DE-AC24-859D3A535F6A}"/>
              </a:ext>
            </a:extLst>
          </p:cNvPr>
          <p:cNvSpPr/>
          <p:nvPr/>
        </p:nvSpPr>
        <p:spPr>
          <a:xfrm>
            <a:off x="1036508" y="5903907"/>
            <a:ext cx="6836747"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400" b="1">
                <a:solidFill>
                  <a:schemeClr val="bg1"/>
                </a:solidFill>
              </a:rPr>
              <a:t>Policy Applied</a:t>
            </a:r>
            <a:endParaRPr lang="en-US" sz="1400">
              <a:solidFill>
                <a:schemeClr val="bg1"/>
              </a:solidFill>
            </a:endParaRPr>
          </a:p>
        </p:txBody>
      </p:sp>
      <p:sp>
        <p:nvSpPr>
          <p:cNvPr id="39" name="Text 35">
            <a:extLst>
              <a:ext uri="{FF2B5EF4-FFF2-40B4-BE49-F238E27FC236}">
                <a16:creationId xmlns:a16="http://schemas.microsoft.com/office/drawing/2014/main" id="{09009DD0-7655-AEA1-497D-D1B742D0E670}"/>
              </a:ext>
            </a:extLst>
          </p:cNvPr>
          <p:cNvSpPr/>
          <p:nvPr/>
        </p:nvSpPr>
        <p:spPr>
          <a:xfrm>
            <a:off x="8079658" y="5903907"/>
            <a:ext cx="2743200" cy="320040"/>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buNone/>
            </a:pPr>
            <a:r>
              <a:rPr lang="en-US" sz="1200">
                <a:solidFill>
                  <a:schemeClr val="bg1"/>
                </a:solidFill>
              </a:rPr>
              <a:t>1-hour conditional binding</a:t>
            </a:r>
          </a:p>
        </p:txBody>
      </p:sp>
      <p:sp>
        <p:nvSpPr>
          <p:cNvPr id="40" name="Text 36">
            <a:extLst>
              <a:ext uri="{FF2B5EF4-FFF2-40B4-BE49-F238E27FC236}">
                <a16:creationId xmlns:a16="http://schemas.microsoft.com/office/drawing/2014/main" id="{93799135-51F4-D1A8-F2AA-86F34DBB1446}"/>
              </a:ext>
            </a:extLst>
          </p:cNvPr>
          <p:cNvSpPr/>
          <p:nvPr/>
        </p:nvSpPr>
        <p:spPr>
          <a:xfrm>
            <a:off x="11029260" y="5903907"/>
            <a:ext cx="492484" cy="325808"/>
          </a:xfrm>
          <a:prstGeom prst="roundRect">
            <a:avLst/>
          </a:prstGeom>
          <a:solidFill>
            <a:srgbClr val="4284F3"/>
          </a:solidFill>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r">
              <a:buNone/>
            </a:pPr>
            <a:r>
              <a:rPr lang="en-US" sz="1200">
                <a:solidFill>
                  <a:schemeClr val="bg1"/>
                </a:solidFill>
              </a:rPr>
              <a:t>15s</a:t>
            </a:r>
          </a:p>
        </p:txBody>
      </p:sp>
    </p:spTree>
    <p:extLst>
      <p:ext uri="{BB962C8B-B14F-4D97-AF65-F5344CB8AC3E}">
        <p14:creationId xmlns:p14="http://schemas.microsoft.com/office/powerpoint/2010/main" val="290900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grpId="0" nodeType="clickEffect">
                                  <p:stCondLst>
                                    <p:cond delay="0"/>
                                  </p:stCondLst>
                                  <p:endCondLst>
                                    <p:cond evt="onNext" delay="0">
                                      <p:tgtEl>
                                        <p:sldTgt/>
                                      </p:tgtEl>
                                    </p:cond>
                                  </p:endCondLst>
                                  <p:childTnLst>
                                    <p:animEffect transition="out" filter="fade">
                                      <p:cBhvr>
                                        <p:cTn id="6" dur="2000" tmFilter="0, 0; .2, .5; .8, .5; 1, 0"/>
                                        <p:tgtEl>
                                          <p:spTgt spid="5"/>
                                        </p:tgtEl>
                                      </p:cBhvr>
                                    </p:animEffect>
                                    <p:animScale>
                                      <p:cBhvr>
                                        <p:cTn id="7" dur="100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repeatCount="indefinite" fill="hold" grpId="0" nodeType="clickEffect">
                                  <p:stCondLst>
                                    <p:cond delay="0"/>
                                  </p:stCondLst>
                                  <p:endCondLst>
                                    <p:cond evt="onNext" delay="0">
                                      <p:tgtEl>
                                        <p:sldTgt/>
                                      </p:tgtEl>
                                    </p:cond>
                                  </p:endCondLst>
                                  <p:childTnLst>
                                    <p:animEffect transition="out" filter="fade">
                                      <p:cBhvr>
                                        <p:cTn id="11" dur="2000" tmFilter="0, 0; .2, .5; .8, .5; 1, 0"/>
                                        <p:tgtEl>
                                          <p:spTgt spid="9"/>
                                        </p:tgtEl>
                                      </p:cBhvr>
                                    </p:animEffect>
                                    <p:animScale>
                                      <p:cBhvr>
                                        <p:cTn id="12" dur="1000" autoRev="1" fill="hold"/>
                                        <p:tgtEl>
                                          <p:spTgt spid="9"/>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repeatCount="indefinite" fill="hold" grpId="0" nodeType="clickEffect">
                                  <p:stCondLst>
                                    <p:cond delay="0"/>
                                  </p:stCondLst>
                                  <p:endCondLst>
                                    <p:cond evt="onNext" delay="0">
                                      <p:tgtEl>
                                        <p:sldTgt/>
                                      </p:tgtEl>
                                    </p:cond>
                                  </p:endCondLst>
                                  <p:childTnLst>
                                    <p:animEffect transition="out" filter="fade">
                                      <p:cBhvr>
                                        <p:cTn id="16" dur="2000" tmFilter="0, 0; .2, .5; .8, .5; 1, 0"/>
                                        <p:tgtEl>
                                          <p:spTgt spid="13"/>
                                        </p:tgtEl>
                                      </p:cBhvr>
                                    </p:animEffect>
                                    <p:animScale>
                                      <p:cBhvr>
                                        <p:cTn id="17" dur="1000" autoRev="1" fill="hold"/>
                                        <p:tgtEl>
                                          <p:spTgt spid="13"/>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repeatCount="indefinite" fill="hold" grpId="0" nodeType="clickEffect">
                                  <p:stCondLst>
                                    <p:cond delay="0"/>
                                  </p:stCondLst>
                                  <p:endCondLst>
                                    <p:cond evt="onNext" delay="0">
                                      <p:tgtEl>
                                        <p:sldTgt/>
                                      </p:tgtEl>
                                    </p:cond>
                                  </p:endCondLst>
                                  <p:childTnLst>
                                    <p:animEffect transition="out" filter="fade">
                                      <p:cBhvr>
                                        <p:cTn id="21" dur="2000" tmFilter="0, 0; .2, .5; .8, .5; 1, 0"/>
                                        <p:tgtEl>
                                          <p:spTgt spid="17"/>
                                        </p:tgtEl>
                                      </p:cBhvr>
                                    </p:animEffect>
                                    <p:animScale>
                                      <p:cBhvr>
                                        <p:cTn id="22" dur="1000" autoRev="1" fill="hold"/>
                                        <p:tgtEl>
                                          <p:spTgt spid="17"/>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repeatCount="indefinite" fill="hold" grpId="0" nodeType="clickEffect">
                                  <p:stCondLst>
                                    <p:cond delay="0"/>
                                  </p:stCondLst>
                                  <p:endCondLst>
                                    <p:cond evt="onNext" delay="0">
                                      <p:tgtEl>
                                        <p:sldTgt/>
                                      </p:tgtEl>
                                    </p:cond>
                                  </p:endCondLst>
                                  <p:childTnLst>
                                    <p:animEffect transition="out" filter="fade">
                                      <p:cBhvr>
                                        <p:cTn id="26" dur="2000" tmFilter="0, 0; .2, .5; .8, .5; 1, 0"/>
                                        <p:tgtEl>
                                          <p:spTgt spid="21"/>
                                        </p:tgtEl>
                                      </p:cBhvr>
                                    </p:animEffect>
                                    <p:animScale>
                                      <p:cBhvr>
                                        <p:cTn id="27" dur="1000" autoRev="1" fill="hold"/>
                                        <p:tgtEl>
                                          <p:spTgt spid="21"/>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repeatCount="indefinite" fill="hold" grpId="0" nodeType="clickEffect">
                                  <p:stCondLst>
                                    <p:cond delay="0"/>
                                  </p:stCondLst>
                                  <p:endCondLst>
                                    <p:cond evt="onNext" delay="0">
                                      <p:tgtEl>
                                        <p:sldTgt/>
                                      </p:tgtEl>
                                    </p:cond>
                                  </p:endCondLst>
                                  <p:childTnLst>
                                    <p:animEffect transition="out" filter="fade">
                                      <p:cBhvr>
                                        <p:cTn id="31" dur="2000" tmFilter="0, 0; .2, .5; .8, .5; 1, 0"/>
                                        <p:tgtEl>
                                          <p:spTgt spid="25"/>
                                        </p:tgtEl>
                                      </p:cBhvr>
                                    </p:animEffect>
                                    <p:animScale>
                                      <p:cBhvr>
                                        <p:cTn id="32" dur="1000" autoRev="1" fill="hold"/>
                                        <p:tgtEl>
                                          <p:spTgt spid="25"/>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26" presetClass="emph" presetSubtype="0" repeatCount="indefinite" fill="hold" grpId="0" nodeType="clickEffect">
                                  <p:stCondLst>
                                    <p:cond delay="0"/>
                                  </p:stCondLst>
                                  <p:endCondLst>
                                    <p:cond evt="onNext" delay="0">
                                      <p:tgtEl>
                                        <p:sldTgt/>
                                      </p:tgtEl>
                                    </p:cond>
                                  </p:endCondLst>
                                  <p:childTnLst>
                                    <p:animEffect transition="out" filter="fade">
                                      <p:cBhvr>
                                        <p:cTn id="36" dur="2000" tmFilter="0, 0; .2, .5; .8, .5; 1, 0"/>
                                        <p:tgtEl>
                                          <p:spTgt spid="29"/>
                                        </p:tgtEl>
                                      </p:cBhvr>
                                    </p:animEffect>
                                    <p:animScale>
                                      <p:cBhvr>
                                        <p:cTn id="37" dur="1000" autoRev="1" fill="hold"/>
                                        <p:tgtEl>
                                          <p:spTgt spid="29"/>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26" presetClass="emph" presetSubtype="0" repeatCount="indefinite" fill="hold" grpId="0" nodeType="clickEffect">
                                  <p:stCondLst>
                                    <p:cond delay="0"/>
                                  </p:stCondLst>
                                  <p:endCondLst>
                                    <p:cond evt="onNext" delay="0">
                                      <p:tgtEl>
                                        <p:sldTgt/>
                                      </p:tgtEl>
                                    </p:cond>
                                  </p:endCondLst>
                                  <p:childTnLst>
                                    <p:animEffect transition="out" filter="fade">
                                      <p:cBhvr>
                                        <p:cTn id="41" dur="2000" tmFilter="0, 0; .2, .5; .8, .5; 1, 0"/>
                                        <p:tgtEl>
                                          <p:spTgt spid="33"/>
                                        </p:tgtEl>
                                      </p:cBhvr>
                                    </p:animEffect>
                                    <p:animScale>
                                      <p:cBhvr>
                                        <p:cTn id="42" dur="1000" autoRev="1" fill="hold"/>
                                        <p:tgtEl>
                                          <p:spTgt spid="33"/>
                                        </p:tgtEl>
                                      </p:cBhvr>
                                      <p:by x="105000" y="105000"/>
                                    </p:animScale>
                                  </p:childTnLst>
                                </p:cTn>
                              </p:par>
                            </p:childTnLst>
                          </p:cTn>
                        </p:par>
                      </p:childTnLst>
                    </p:cTn>
                  </p:par>
                  <p:par>
                    <p:cTn id="43" fill="hold">
                      <p:stCondLst>
                        <p:cond delay="indefinite"/>
                      </p:stCondLst>
                      <p:childTnLst>
                        <p:par>
                          <p:cTn id="44" fill="hold">
                            <p:stCondLst>
                              <p:cond delay="0"/>
                            </p:stCondLst>
                            <p:childTnLst>
                              <p:par>
                                <p:cTn id="45" presetID="26" presetClass="emph" presetSubtype="0" repeatCount="indefinite" fill="hold" grpId="0" nodeType="clickEffect">
                                  <p:stCondLst>
                                    <p:cond delay="0"/>
                                  </p:stCondLst>
                                  <p:endCondLst>
                                    <p:cond evt="onNext" delay="0">
                                      <p:tgtEl>
                                        <p:sldTgt/>
                                      </p:tgtEl>
                                    </p:cond>
                                  </p:endCondLst>
                                  <p:childTnLst>
                                    <p:animEffect transition="out" filter="fade">
                                      <p:cBhvr>
                                        <p:cTn id="46" dur="2000" tmFilter="0, 0; .2, .5; .8, .5; 1, 0"/>
                                        <p:tgtEl>
                                          <p:spTgt spid="37"/>
                                        </p:tgtEl>
                                      </p:cBhvr>
                                    </p:animEffect>
                                    <p:animScale>
                                      <p:cBhvr>
                                        <p:cTn id="47" dur="1000" autoRev="1" fill="hold"/>
                                        <p:tgtEl>
                                          <p:spTgt spid="3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3" grpId="0" animBg="1"/>
      <p:bldP spid="17" grpId="0" animBg="1"/>
      <p:bldP spid="21" grpId="0" animBg="1"/>
      <p:bldP spid="25" grpId="0" animBg="1"/>
      <p:bldP spid="29" grpId="0" animBg="1"/>
      <p:bldP spid="33"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10;&#10;AI-generated content may be incorrect.">
            <a:extLst>
              <a:ext uri="{FF2B5EF4-FFF2-40B4-BE49-F238E27FC236}">
                <a16:creationId xmlns:a16="http://schemas.microsoft.com/office/drawing/2014/main" id="{FAC7426F-549F-730E-7B31-91EB445BB2B9}"/>
              </a:ext>
            </a:extLst>
          </p:cNvPr>
          <p:cNvPicPr>
            <a:picLocks noChangeAspect="1"/>
          </p:cNvPicPr>
          <p:nvPr/>
        </p:nvPicPr>
        <p:blipFill>
          <a:blip r:embed="rId3">
            <a:extLst>
              <a:ext uri="{28A0092B-C50C-407E-A947-70E740481C1C}">
                <a14:useLocalDpi xmlns:a14="http://schemas.microsoft.com/office/drawing/2010/main" val="0"/>
              </a:ext>
            </a:extLst>
          </a:blip>
          <a:srcRect b="11282"/>
          <a:stretch>
            <a:fillRect/>
          </a:stretch>
        </p:blipFill>
        <p:spPr>
          <a:xfrm>
            <a:off x="1482705" y="552954"/>
            <a:ext cx="9340153" cy="6305888"/>
          </a:xfrm>
          <a:prstGeom prst="rect">
            <a:avLst/>
          </a:prstGeom>
        </p:spPr>
      </p:pic>
      <p:sp>
        <p:nvSpPr>
          <p:cNvPr id="2" name="Title 1">
            <a:extLst>
              <a:ext uri="{FF2B5EF4-FFF2-40B4-BE49-F238E27FC236}">
                <a16:creationId xmlns:a16="http://schemas.microsoft.com/office/drawing/2014/main" id="{AFF671F1-9CA0-8027-9706-76FE523037F7}"/>
              </a:ext>
            </a:extLst>
          </p:cNvPr>
          <p:cNvSpPr txBox="1">
            <a:spLocks/>
          </p:cNvSpPr>
          <p:nvPr/>
        </p:nvSpPr>
        <p:spPr>
          <a:xfrm>
            <a:off x="307258" y="552954"/>
            <a:ext cx="10515600" cy="676756"/>
          </a:xfrm>
          <a:prstGeom prst="rect">
            <a:avLst/>
          </a:prstGeom>
        </p:spPr>
        <p:txBody>
          <a:bodyPr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dirty="0"/>
              <a:t>Architecture</a:t>
            </a:r>
          </a:p>
        </p:txBody>
      </p:sp>
      <p:pic>
        <p:nvPicPr>
          <p:cNvPr id="3" name="Picture 4">
            <a:extLst>
              <a:ext uri="{FF2B5EF4-FFF2-40B4-BE49-F238E27FC236}">
                <a16:creationId xmlns:a16="http://schemas.microsoft.com/office/drawing/2014/main" id="{4F485DD9-2C3A-192F-EF5C-A0DB52F001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295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0FCFF-F30B-1C53-4F0F-9E53DD780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DDD07-5E68-963B-0E63-AEBA70E799D1}"/>
              </a:ext>
            </a:extLst>
          </p:cNvPr>
          <p:cNvSpPr txBox="1">
            <a:spLocks/>
          </p:cNvSpPr>
          <p:nvPr/>
        </p:nvSpPr>
        <p:spPr>
          <a:xfrm>
            <a:off x="307258" y="552954"/>
            <a:ext cx="2708695" cy="676756"/>
          </a:xfrm>
          <a:prstGeom prst="rect">
            <a:avLst/>
          </a:prstGeom>
        </p:spPr>
        <p:txBody>
          <a:bodyPr lIns="91440" tIns="45720" rIns="91440" bIns="4572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a:t>Live Demo</a:t>
            </a:r>
            <a:endParaRPr lang="en-US"/>
          </a:p>
        </p:txBody>
      </p:sp>
      <p:pic>
        <p:nvPicPr>
          <p:cNvPr id="3" name="Picture 4">
            <a:extLst>
              <a:ext uri="{FF2B5EF4-FFF2-40B4-BE49-F238E27FC236}">
                <a16:creationId xmlns:a16="http://schemas.microsoft.com/office/drawing/2014/main" id="{2300649A-AD6D-40EF-2B27-E17C02E498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710FD67-7DD8-3DCF-9369-1A91E47927FF}"/>
              </a:ext>
            </a:extLst>
          </p:cNvPr>
          <p:cNvSpPr txBox="1"/>
          <p:nvPr/>
        </p:nvSpPr>
        <p:spPr>
          <a:xfrm>
            <a:off x="948906" y="2782669"/>
            <a:ext cx="102941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ptos"/>
                <a:ea typeface="Aptos"/>
                <a:cs typeface="Aptos"/>
                <a:hlinkClick r:id="rId4"/>
              </a:rPr>
              <a:t>https://iam-orchestrator-service-1056400841359.asia-southeast1.run.app</a:t>
            </a:r>
            <a:r>
              <a:rPr lang="en-US" sz="3600" dirty="0"/>
              <a:t> </a:t>
            </a:r>
          </a:p>
        </p:txBody>
      </p:sp>
    </p:spTree>
    <p:extLst>
      <p:ext uri="{BB962C8B-B14F-4D97-AF65-F5344CB8AC3E}">
        <p14:creationId xmlns:p14="http://schemas.microsoft.com/office/powerpoint/2010/main" val="3832296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77383-A4D2-09F5-48CC-8E05FA5956E2}"/>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102BF517-D102-DEC2-FAE4-7F47D906F460}"/>
              </a:ext>
            </a:extLst>
          </p:cNvPr>
          <p:cNvSpPr/>
          <p:nvPr/>
        </p:nvSpPr>
        <p:spPr>
          <a:xfrm>
            <a:off x="844181" y="4107937"/>
            <a:ext cx="5217123" cy="1484734"/>
          </a:xfrm>
          <a:prstGeom prst="roundRect">
            <a:avLst/>
          </a:prstGeom>
          <a:solidFill>
            <a:srgbClr val="FBFDFF"/>
          </a:solidFill>
          <a:ln>
            <a:noFill/>
          </a:ln>
          <a:effectLst>
            <a:outerShdw dist="76200" dir="8100000" algn="tr" rotWithShape="0">
              <a:srgbClr val="E94335">
                <a:alpha val="40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2" name="Rectangle: Rounded Corners 11">
            <a:extLst>
              <a:ext uri="{FF2B5EF4-FFF2-40B4-BE49-F238E27FC236}">
                <a16:creationId xmlns:a16="http://schemas.microsoft.com/office/drawing/2014/main" id="{49E5B3F3-EFCE-C905-C50C-977A5E571BC7}"/>
              </a:ext>
            </a:extLst>
          </p:cNvPr>
          <p:cNvSpPr/>
          <p:nvPr/>
        </p:nvSpPr>
        <p:spPr>
          <a:xfrm>
            <a:off x="474106" y="1915512"/>
            <a:ext cx="2873613" cy="1513488"/>
          </a:xfrm>
          <a:prstGeom prst="roundRect">
            <a:avLst/>
          </a:prstGeom>
          <a:solidFill>
            <a:srgbClr val="FBFDFF"/>
          </a:solidFill>
          <a:ln>
            <a:noFill/>
          </a:ln>
          <a:effectLst>
            <a:outerShdw dist="76200" dir="8100000" algn="tr" rotWithShape="0">
              <a:srgbClr val="E94335">
                <a:alpha val="40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2" name="Title 1">
            <a:extLst>
              <a:ext uri="{FF2B5EF4-FFF2-40B4-BE49-F238E27FC236}">
                <a16:creationId xmlns:a16="http://schemas.microsoft.com/office/drawing/2014/main" id="{F3795BEE-4E7D-3F10-D28C-B2BCFD00C9BF}"/>
              </a:ext>
            </a:extLst>
          </p:cNvPr>
          <p:cNvSpPr txBox="1">
            <a:spLocks/>
          </p:cNvSpPr>
          <p:nvPr/>
        </p:nvSpPr>
        <p:spPr>
          <a:xfrm>
            <a:off x="307258" y="552954"/>
            <a:ext cx="10515600" cy="676756"/>
          </a:xfrm>
          <a:prstGeom prst="rect">
            <a:avLst/>
          </a:prstGeom>
        </p:spPr>
        <p:txBody>
          <a:bodyPr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a:t>Zero-Trust IAM - Technical</a:t>
            </a:r>
          </a:p>
        </p:txBody>
      </p:sp>
      <p:pic>
        <p:nvPicPr>
          <p:cNvPr id="3" name="Picture 4">
            <a:extLst>
              <a:ext uri="{FF2B5EF4-FFF2-40B4-BE49-F238E27FC236}">
                <a16:creationId xmlns:a16="http://schemas.microsoft.com/office/drawing/2014/main" id="{FD664A16-ACCF-710E-F099-F08137E6C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E20F69D6-69AC-59C5-D129-4B23EFFF0E50}"/>
              </a:ext>
            </a:extLst>
          </p:cNvPr>
          <p:cNvSpPr/>
          <p:nvPr/>
        </p:nvSpPr>
        <p:spPr>
          <a:xfrm>
            <a:off x="3647767" y="1915512"/>
            <a:ext cx="2873613" cy="1513488"/>
          </a:xfrm>
          <a:prstGeom prst="roundRect">
            <a:avLst/>
          </a:prstGeom>
          <a:solidFill>
            <a:srgbClr val="FBFDFF"/>
          </a:solidFill>
          <a:ln>
            <a:noFill/>
          </a:ln>
          <a:effectLst>
            <a:outerShdw dist="76200" dir="8100000" algn="tr" rotWithShape="0">
              <a:srgbClr val="E94335">
                <a:alpha val="40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8" name="TextBox 7">
            <a:extLst>
              <a:ext uri="{FF2B5EF4-FFF2-40B4-BE49-F238E27FC236}">
                <a16:creationId xmlns:a16="http://schemas.microsoft.com/office/drawing/2014/main" id="{C0D5F5EF-6044-7C0C-CECA-3F102E8DCBB3}"/>
              </a:ext>
            </a:extLst>
          </p:cNvPr>
          <p:cNvSpPr txBox="1"/>
          <p:nvPr/>
        </p:nvSpPr>
        <p:spPr>
          <a:xfrm>
            <a:off x="634771" y="2487589"/>
            <a:ext cx="1835014" cy="369332"/>
          </a:xfrm>
          <a:prstGeom prst="rect">
            <a:avLst/>
          </a:prstGeom>
          <a:noFill/>
        </p:spPr>
        <p:txBody>
          <a:bodyPr wrap="square" rtlCol="0">
            <a:spAutoFit/>
          </a:bodyPr>
          <a:lstStyle/>
          <a:p>
            <a:r>
              <a:rPr lang="en-AU" b="1"/>
              <a:t>A2A Isolation</a:t>
            </a:r>
          </a:p>
        </p:txBody>
      </p:sp>
      <p:sp>
        <p:nvSpPr>
          <p:cNvPr id="10" name="TextBox 9">
            <a:extLst>
              <a:ext uri="{FF2B5EF4-FFF2-40B4-BE49-F238E27FC236}">
                <a16:creationId xmlns:a16="http://schemas.microsoft.com/office/drawing/2014/main" id="{C43F8388-487A-7BA6-E8BE-0532C1649471}"/>
              </a:ext>
            </a:extLst>
          </p:cNvPr>
          <p:cNvSpPr txBox="1"/>
          <p:nvPr/>
        </p:nvSpPr>
        <p:spPr>
          <a:xfrm>
            <a:off x="3840143" y="2487589"/>
            <a:ext cx="2856834" cy="369332"/>
          </a:xfrm>
          <a:prstGeom prst="rect">
            <a:avLst/>
          </a:prstGeom>
          <a:noFill/>
        </p:spPr>
        <p:txBody>
          <a:bodyPr wrap="square" lIns="91440" tIns="45720" rIns="91440" bIns="45720" rtlCol="0" anchor="t">
            <a:spAutoFit/>
          </a:bodyPr>
          <a:lstStyle/>
          <a:p>
            <a:r>
              <a:rPr lang="en-AU" b="1"/>
              <a:t>Policy Intelligence</a:t>
            </a:r>
            <a:endParaRPr lang="en-US"/>
          </a:p>
        </p:txBody>
      </p:sp>
      <p:sp>
        <p:nvSpPr>
          <p:cNvPr id="11" name="TextBox 10">
            <a:extLst>
              <a:ext uri="{FF2B5EF4-FFF2-40B4-BE49-F238E27FC236}">
                <a16:creationId xmlns:a16="http://schemas.microsoft.com/office/drawing/2014/main" id="{7DA33DB3-5795-B327-B9AB-FCE19E60BA7C}"/>
              </a:ext>
            </a:extLst>
          </p:cNvPr>
          <p:cNvSpPr txBox="1"/>
          <p:nvPr/>
        </p:nvSpPr>
        <p:spPr>
          <a:xfrm>
            <a:off x="964671" y="4651260"/>
            <a:ext cx="2308255" cy="369332"/>
          </a:xfrm>
          <a:prstGeom prst="rect">
            <a:avLst/>
          </a:prstGeom>
          <a:noFill/>
        </p:spPr>
        <p:txBody>
          <a:bodyPr wrap="square" rtlCol="0">
            <a:spAutoFit/>
          </a:bodyPr>
          <a:lstStyle/>
          <a:p>
            <a:r>
              <a:rPr lang="en-AU" b="1"/>
              <a:t>Temporal Guards</a:t>
            </a:r>
          </a:p>
        </p:txBody>
      </p:sp>
      <p:sp>
        <p:nvSpPr>
          <p:cNvPr id="15" name="TextBox 14">
            <a:extLst>
              <a:ext uri="{FF2B5EF4-FFF2-40B4-BE49-F238E27FC236}">
                <a16:creationId xmlns:a16="http://schemas.microsoft.com/office/drawing/2014/main" id="{B0D66EA3-1126-BC4B-7604-E07A395BA851}"/>
              </a:ext>
            </a:extLst>
          </p:cNvPr>
          <p:cNvSpPr txBox="1"/>
          <p:nvPr/>
        </p:nvSpPr>
        <p:spPr>
          <a:xfrm>
            <a:off x="634771" y="2782667"/>
            <a:ext cx="2712948" cy="646331"/>
          </a:xfrm>
          <a:prstGeom prst="rect">
            <a:avLst/>
          </a:prstGeom>
          <a:noFill/>
        </p:spPr>
        <p:txBody>
          <a:bodyPr wrap="square" rtlCol="0">
            <a:spAutoFit/>
          </a:bodyPr>
          <a:lstStyle/>
          <a:p>
            <a:r>
              <a:rPr lang="en-AU"/>
              <a:t>Privileged service beyond protocol boundary</a:t>
            </a:r>
          </a:p>
        </p:txBody>
      </p:sp>
      <p:sp>
        <p:nvSpPr>
          <p:cNvPr id="16" name="TextBox 15">
            <a:extLst>
              <a:ext uri="{FF2B5EF4-FFF2-40B4-BE49-F238E27FC236}">
                <a16:creationId xmlns:a16="http://schemas.microsoft.com/office/drawing/2014/main" id="{49E0A97B-93E4-2079-5121-4AFCED38B9CA}"/>
              </a:ext>
            </a:extLst>
          </p:cNvPr>
          <p:cNvSpPr txBox="1"/>
          <p:nvPr/>
        </p:nvSpPr>
        <p:spPr>
          <a:xfrm>
            <a:off x="3840143" y="2782667"/>
            <a:ext cx="2712948" cy="646331"/>
          </a:xfrm>
          <a:prstGeom prst="rect">
            <a:avLst/>
          </a:prstGeom>
          <a:noFill/>
        </p:spPr>
        <p:txBody>
          <a:bodyPr wrap="square" lIns="91440" tIns="45720" rIns="91440" bIns="45720" rtlCol="0" anchor="t">
            <a:spAutoFit/>
          </a:bodyPr>
          <a:lstStyle/>
          <a:p>
            <a:r>
              <a:rPr lang="en-AU"/>
              <a:t>Guardrails are applied automatically</a:t>
            </a:r>
          </a:p>
        </p:txBody>
      </p:sp>
      <p:sp>
        <p:nvSpPr>
          <p:cNvPr id="18" name="TextBox 17">
            <a:extLst>
              <a:ext uri="{FF2B5EF4-FFF2-40B4-BE49-F238E27FC236}">
                <a16:creationId xmlns:a16="http://schemas.microsoft.com/office/drawing/2014/main" id="{4C6F7E7C-7E1F-EAEB-A86C-ADBEBF1F3EE0}"/>
              </a:ext>
            </a:extLst>
          </p:cNvPr>
          <p:cNvSpPr txBox="1"/>
          <p:nvPr/>
        </p:nvSpPr>
        <p:spPr>
          <a:xfrm>
            <a:off x="1007803" y="4989469"/>
            <a:ext cx="4725778" cy="646331"/>
          </a:xfrm>
          <a:prstGeom prst="rect">
            <a:avLst/>
          </a:prstGeom>
          <a:noFill/>
        </p:spPr>
        <p:txBody>
          <a:bodyPr wrap="square" lIns="91440" tIns="45720" rIns="91440" bIns="45720" rtlCol="0" anchor="t">
            <a:spAutoFit/>
          </a:bodyPr>
          <a:lstStyle/>
          <a:p>
            <a:r>
              <a:rPr lang="en-AU"/>
              <a:t>Active enforcement of time restrictions via conditional IAM bindings with JIT expiry</a:t>
            </a:r>
          </a:p>
        </p:txBody>
      </p:sp>
      <p:pic>
        <p:nvPicPr>
          <p:cNvPr id="20" name="Graphic 19" descr="Clock with solid fill">
            <a:extLst>
              <a:ext uri="{FF2B5EF4-FFF2-40B4-BE49-F238E27FC236}">
                <a16:creationId xmlns:a16="http://schemas.microsoft.com/office/drawing/2014/main" id="{D50B31BC-5E4B-4D2F-AB69-446B0217237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8457" y="4194060"/>
            <a:ext cx="509598" cy="509598"/>
          </a:xfrm>
          <a:prstGeom prst="rect">
            <a:avLst/>
          </a:prstGeom>
        </p:spPr>
      </p:pic>
      <p:pic>
        <p:nvPicPr>
          <p:cNvPr id="24" name="Graphic 23" descr="Lock with solid fill">
            <a:extLst>
              <a:ext uri="{FF2B5EF4-FFF2-40B4-BE49-F238E27FC236}">
                <a16:creationId xmlns:a16="http://schemas.microsoft.com/office/drawing/2014/main" id="{1EB743CA-A555-6F11-B654-B784DB36592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3060" y="1998106"/>
            <a:ext cx="530001" cy="530001"/>
          </a:xfrm>
          <a:prstGeom prst="rect">
            <a:avLst/>
          </a:prstGeom>
        </p:spPr>
      </p:pic>
      <p:pic>
        <p:nvPicPr>
          <p:cNvPr id="26" name="Graphic 25" descr="Shield with solid fill">
            <a:extLst>
              <a:ext uri="{FF2B5EF4-FFF2-40B4-BE49-F238E27FC236}">
                <a16:creationId xmlns:a16="http://schemas.microsoft.com/office/drawing/2014/main" id="{E6751FEF-9361-1A41-34BE-F900B35B7C8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40143" y="2039429"/>
            <a:ext cx="457200" cy="457200"/>
          </a:xfrm>
          <a:prstGeom prst="rect">
            <a:avLst/>
          </a:prstGeom>
        </p:spPr>
      </p:pic>
      <p:sp>
        <p:nvSpPr>
          <p:cNvPr id="27" name="TextBox 26">
            <a:extLst>
              <a:ext uri="{FF2B5EF4-FFF2-40B4-BE49-F238E27FC236}">
                <a16:creationId xmlns:a16="http://schemas.microsoft.com/office/drawing/2014/main" id="{E03698DE-E577-D383-5692-99E09E7BFC99}"/>
              </a:ext>
            </a:extLst>
          </p:cNvPr>
          <p:cNvSpPr txBox="1"/>
          <p:nvPr/>
        </p:nvSpPr>
        <p:spPr>
          <a:xfrm>
            <a:off x="7573306" y="1404469"/>
            <a:ext cx="3679918" cy="369332"/>
          </a:xfrm>
          <a:prstGeom prst="rect">
            <a:avLst/>
          </a:prstGeom>
          <a:noFill/>
        </p:spPr>
        <p:txBody>
          <a:bodyPr wrap="none" rtlCol="0">
            <a:spAutoFit/>
          </a:bodyPr>
          <a:lstStyle/>
          <a:p>
            <a:r>
              <a:rPr lang="en-AU"/>
              <a:t>Cloud Run – Scalable agent hosting</a:t>
            </a:r>
          </a:p>
        </p:txBody>
      </p:sp>
      <p:sp>
        <p:nvSpPr>
          <p:cNvPr id="28" name="TextBox 27">
            <a:extLst>
              <a:ext uri="{FF2B5EF4-FFF2-40B4-BE49-F238E27FC236}">
                <a16:creationId xmlns:a16="http://schemas.microsoft.com/office/drawing/2014/main" id="{83BA5AD1-F238-4A6E-0AC4-089EB470316F}"/>
              </a:ext>
            </a:extLst>
          </p:cNvPr>
          <p:cNvSpPr txBox="1"/>
          <p:nvPr/>
        </p:nvSpPr>
        <p:spPr>
          <a:xfrm>
            <a:off x="7528588" y="2008773"/>
            <a:ext cx="3980898" cy="369332"/>
          </a:xfrm>
          <a:prstGeom prst="rect">
            <a:avLst/>
          </a:prstGeom>
          <a:noFill/>
        </p:spPr>
        <p:txBody>
          <a:bodyPr wrap="none" rtlCol="0">
            <a:spAutoFit/>
          </a:bodyPr>
          <a:lstStyle/>
          <a:p>
            <a:r>
              <a:rPr lang="en-AU"/>
              <a:t>Vertex AI Search – RAG Policy Retrieval</a:t>
            </a:r>
          </a:p>
        </p:txBody>
      </p:sp>
      <p:sp>
        <p:nvSpPr>
          <p:cNvPr id="29" name="TextBox 28">
            <a:extLst>
              <a:ext uri="{FF2B5EF4-FFF2-40B4-BE49-F238E27FC236}">
                <a16:creationId xmlns:a16="http://schemas.microsoft.com/office/drawing/2014/main" id="{881AB51A-CB34-56DD-4710-A6A677890D4F}"/>
              </a:ext>
            </a:extLst>
          </p:cNvPr>
          <p:cNvSpPr txBox="1"/>
          <p:nvPr/>
        </p:nvSpPr>
        <p:spPr>
          <a:xfrm>
            <a:off x="7573398" y="3202581"/>
            <a:ext cx="3560655" cy="369332"/>
          </a:xfrm>
          <a:prstGeom prst="rect">
            <a:avLst/>
          </a:prstGeom>
          <a:noFill/>
        </p:spPr>
        <p:txBody>
          <a:bodyPr wrap="none" rtlCol="0">
            <a:spAutoFit/>
          </a:bodyPr>
          <a:lstStyle/>
          <a:p>
            <a:r>
              <a:rPr lang="en-AU"/>
              <a:t>Pub/Sub – Async event processing</a:t>
            </a:r>
          </a:p>
        </p:txBody>
      </p:sp>
      <p:sp>
        <p:nvSpPr>
          <p:cNvPr id="30" name="TextBox 29">
            <a:extLst>
              <a:ext uri="{FF2B5EF4-FFF2-40B4-BE49-F238E27FC236}">
                <a16:creationId xmlns:a16="http://schemas.microsoft.com/office/drawing/2014/main" id="{884FC024-A737-D884-E36F-006B9326E4A5}"/>
              </a:ext>
            </a:extLst>
          </p:cNvPr>
          <p:cNvSpPr txBox="1"/>
          <p:nvPr/>
        </p:nvSpPr>
        <p:spPr>
          <a:xfrm>
            <a:off x="7574118" y="3791523"/>
            <a:ext cx="3898888" cy="369332"/>
          </a:xfrm>
          <a:prstGeom prst="rect">
            <a:avLst/>
          </a:prstGeom>
          <a:noFill/>
        </p:spPr>
        <p:txBody>
          <a:bodyPr wrap="none" rtlCol="0">
            <a:spAutoFit/>
          </a:bodyPr>
          <a:lstStyle/>
          <a:p>
            <a:r>
              <a:rPr lang="en-AU"/>
              <a:t>Gmail API – Approval Communication</a:t>
            </a:r>
          </a:p>
        </p:txBody>
      </p:sp>
      <p:sp>
        <p:nvSpPr>
          <p:cNvPr id="31" name="TextBox 30">
            <a:extLst>
              <a:ext uri="{FF2B5EF4-FFF2-40B4-BE49-F238E27FC236}">
                <a16:creationId xmlns:a16="http://schemas.microsoft.com/office/drawing/2014/main" id="{A9CB0727-3D6F-C859-3B6F-090ADEA56611}"/>
              </a:ext>
            </a:extLst>
          </p:cNvPr>
          <p:cNvSpPr txBox="1"/>
          <p:nvPr/>
        </p:nvSpPr>
        <p:spPr>
          <a:xfrm>
            <a:off x="7611209" y="4350819"/>
            <a:ext cx="3580596" cy="369332"/>
          </a:xfrm>
          <a:prstGeom prst="rect">
            <a:avLst/>
          </a:prstGeom>
          <a:noFill/>
        </p:spPr>
        <p:txBody>
          <a:bodyPr wrap="none" rtlCol="0">
            <a:spAutoFit/>
          </a:bodyPr>
          <a:lstStyle/>
          <a:p>
            <a:r>
              <a:rPr lang="en-AU" err="1"/>
              <a:t>Firestore</a:t>
            </a:r>
            <a:r>
              <a:rPr lang="en-AU"/>
              <a:t> – Session &amp; audit storage</a:t>
            </a:r>
          </a:p>
        </p:txBody>
      </p:sp>
      <p:sp>
        <p:nvSpPr>
          <p:cNvPr id="32" name="TextBox 31">
            <a:extLst>
              <a:ext uri="{FF2B5EF4-FFF2-40B4-BE49-F238E27FC236}">
                <a16:creationId xmlns:a16="http://schemas.microsoft.com/office/drawing/2014/main" id="{B0FCE387-A41E-35C6-9F8D-AC717B97A893}"/>
              </a:ext>
            </a:extLst>
          </p:cNvPr>
          <p:cNvSpPr txBox="1"/>
          <p:nvPr/>
        </p:nvSpPr>
        <p:spPr>
          <a:xfrm>
            <a:off x="7634430" y="4825570"/>
            <a:ext cx="3306546" cy="369332"/>
          </a:xfrm>
          <a:prstGeom prst="rect">
            <a:avLst/>
          </a:prstGeom>
          <a:noFill/>
        </p:spPr>
        <p:txBody>
          <a:bodyPr wrap="none" rtlCol="0">
            <a:spAutoFit/>
          </a:bodyPr>
          <a:lstStyle/>
          <a:p>
            <a:r>
              <a:rPr lang="en-AU"/>
              <a:t>Gemini 2.5 – NLU Classification</a:t>
            </a:r>
          </a:p>
        </p:txBody>
      </p:sp>
      <p:sp>
        <p:nvSpPr>
          <p:cNvPr id="33" name="TextBox 32">
            <a:extLst>
              <a:ext uri="{FF2B5EF4-FFF2-40B4-BE49-F238E27FC236}">
                <a16:creationId xmlns:a16="http://schemas.microsoft.com/office/drawing/2014/main" id="{FF0529FF-FBC6-E1C9-F94C-9BBB304EEFD8}"/>
              </a:ext>
            </a:extLst>
          </p:cNvPr>
          <p:cNvSpPr txBox="1"/>
          <p:nvPr/>
        </p:nvSpPr>
        <p:spPr>
          <a:xfrm>
            <a:off x="7634430" y="5350153"/>
            <a:ext cx="3031471" cy="369332"/>
          </a:xfrm>
          <a:prstGeom prst="rect">
            <a:avLst/>
          </a:prstGeom>
          <a:noFill/>
        </p:spPr>
        <p:txBody>
          <a:bodyPr wrap="none" rtlCol="0">
            <a:spAutoFit/>
          </a:bodyPr>
          <a:lstStyle/>
          <a:p>
            <a:r>
              <a:rPr lang="en-AU"/>
              <a:t>Cloud IAM – Policy Execution</a:t>
            </a:r>
          </a:p>
        </p:txBody>
      </p:sp>
      <p:sp>
        <p:nvSpPr>
          <p:cNvPr id="34" name="TextBox 33">
            <a:extLst>
              <a:ext uri="{FF2B5EF4-FFF2-40B4-BE49-F238E27FC236}">
                <a16:creationId xmlns:a16="http://schemas.microsoft.com/office/drawing/2014/main" id="{7936FA2A-55BF-BAD8-0597-BE7F3D90BB63}"/>
              </a:ext>
            </a:extLst>
          </p:cNvPr>
          <p:cNvSpPr txBox="1"/>
          <p:nvPr/>
        </p:nvSpPr>
        <p:spPr>
          <a:xfrm>
            <a:off x="7528588" y="2611209"/>
            <a:ext cx="4186082" cy="369332"/>
          </a:xfrm>
          <a:prstGeom prst="rect">
            <a:avLst/>
          </a:prstGeom>
          <a:noFill/>
        </p:spPr>
        <p:txBody>
          <a:bodyPr wrap="none" rtlCol="0">
            <a:spAutoFit/>
          </a:bodyPr>
          <a:lstStyle/>
          <a:p>
            <a:r>
              <a:rPr lang="en-AU"/>
              <a:t>Cloud Storage – Compliance Policy docs</a:t>
            </a:r>
          </a:p>
        </p:txBody>
      </p:sp>
      <p:sp>
        <p:nvSpPr>
          <p:cNvPr id="35" name="TextBox 34">
            <a:extLst>
              <a:ext uri="{FF2B5EF4-FFF2-40B4-BE49-F238E27FC236}">
                <a16:creationId xmlns:a16="http://schemas.microsoft.com/office/drawing/2014/main" id="{D2E8C1A4-24E4-275B-758F-8A572F11C862}"/>
              </a:ext>
            </a:extLst>
          </p:cNvPr>
          <p:cNvSpPr txBox="1"/>
          <p:nvPr/>
        </p:nvSpPr>
        <p:spPr>
          <a:xfrm>
            <a:off x="7634430" y="5949435"/>
            <a:ext cx="2735557" cy="369332"/>
          </a:xfrm>
          <a:prstGeom prst="rect">
            <a:avLst/>
          </a:prstGeom>
          <a:noFill/>
        </p:spPr>
        <p:txBody>
          <a:bodyPr wrap="none" rtlCol="0">
            <a:spAutoFit/>
          </a:bodyPr>
          <a:lstStyle/>
          <a:p>
            <a:r>
              <a:rPr lang="en-AU"/>
              <a:t>Secret Manager – JWT Key</a:t>
            </a:r>
          </a:p>
        </p:txBody>
      </p:sp>
      <p:pic>
        <p:nvPicPr>
          <p:cNvPr id="1026" name="Picture 2" descr="GitHub - GoogleCloudPlatform/cloud-run-samples: Samples for Cloud Run">
            <a:extLst>
              <a:ext uri="{FF2B5EF4-FFF2-40B4-BE49-F238E27FC236}">
                <a16:creationId xmlns:a16="http://schemas.microsoft.com/office/drawing/2014/main" id="{95C34235-B3E3-E732-AF09-A6EBE68880A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5853" y="1397875"/>
            <a:ext cx="423131" cy="4231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oogle Cloud Vertex AI: What, Why, and How">
            <a:extLst>
              <a:ext uri="{FF2B5EF4-FFF2-40B4-BE49-F238E27FC236}">
                <a16:creationId xmlns:a16="http://schemas.microsoft.com/office/drawing/2014/main" id="{73EC29D0-686A-616B-B8D3-96A7C0DE52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45853" y="2065971"/>
            <a:ext cx="414275" cy="4835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oogle Cloud Storage: A Guide to Scalable Data Storage - AVANGELS">
            <a:extLst>
              <a:ext uri="{FF2B5EF4-FFF2-40B4-BE49-F238E27FC236}">
                <a16:creationId xmlns:a16="http://schemas.microsoft.com/office/drawing/2014/main" id="{2503ABE0-06D1-EAF2-7450-92C61CE042B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76959" y="2615979"/>
            <a:ext cx="752061" cy="3967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sing Cloud Pub/Sub from Kotlin. Why Kotlin on the server side? | by Megan  Potter | Google Cloud - Community | Medium">
            <a:extLst>
              <a:ext uri="{FF2B5EF4-FFF2-40B4-BE49-F238E27FC236}">
                <a16:creationId xmlns:a16="http://schemas.microsoft.com/office/drawing/2014/main" id="{B163D71F-80C3-3824-C9DC-B7A9096E9E5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94294" y="3110892"/>
            <a:ext cx="696083" cy="5527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mail API Integrations - Pipedream">
            <a:extLst>
              <a:ext uri="{FF2B5EF4-FFF2-40B4-BE49-F238E27FC236}">
                <a16:creationId xmlns:a16="http://schemas.microsoft.com/office/drawing/2014/main" id="{5B155CE8-63EA-B66E-C41D-7EE5D282900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02559" y="3761803"/>
            <a:ext cx="369332"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restore | Google Cloud">
            <a:extLst>
              <a:ext uri="{FF2B5EF4-FFF2-40B4-BE49-F238E27FC236}">
                <a16:creationId xmlns:a16="http://schemas.microsoft.com/office/drawing/2014/main" id="{775CEE2C-77F1-48C8-82D1-0A019A885BD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11726" y="4268958"/>
            <a:ext cx="499483" cy="49948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3F979AFA-2FA7-6A42-F6C1-C95A98720AC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26988" y="4745915"/>
            <a:ext cx="552710" cy="55271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Google Cloud Identity and Access Management (IAM) | Google Cloud Platform">
            <a:extLst>
              <a:ext uri="{FF2B5EF4-FFF2-40B4-BE49-F238E27FC236}">
                <a16:creationId xmlns:a16="http://schemas.microsoft.com/office/drawing/2014/main" id="{416B5AE8-BB32-EEF3-F552-A7C565E8C45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26092" y="5352340"/>
            <a:ext cx="320042" cy="387502"/>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ow to Store Sensitive Data on GCP: Secret Manager | by Juan Guillermo  Gómez Torres | Google Developer Experts | Medium">
            <a:extLst>
              <a:ext uri="{FF2B5EF4-FFF2-40B4-BE49-F238E27FC236}">
                <a16:creationId xmlns:a16="http://schemas.microsoft.com/office/drawing/2014/main" id="{BA5F58E9-9E1F-C060-BDC6-CA7A60DDD3B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81112" y="5887747"/>
            <a:ext cx="462174" cy="462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3937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07AC4-DC59-CD2D-22C6-F6F1815F7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FD37A-BC5E-2AE1-F5FE-48EE523455DD}"/>
              </a:ext>
            </a:extLst>
          </p:cNvPr>
          <p:cNvSpPr txBox="1">
            <a:spLocks/>
          </p:cNvSpPr>
          <p:nvPr/>
        </p:nvSpPr>
        <p:spPr>
          <a:xfrm>
            <a:off x="307258" y="552954"/>
            <a:ext cx="10515600" cy="676756"/>
          </a:xfrm>
          <a:prstGeom prst="rect">
            <a:avLst/>
          </a:prstGeom>
        </p:spPr>
        <p:txBody>
          <a:bodyPr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a:t>Business Impact</a:t>
            </a:r>
          </a:p>
        </p:txBody>
      </p:sp>
      <p:pic>
        <p:nvPicPr>
          <p:cNvPr id="3" name="Picture 4">
            <a:extLst>
              <a:ext uri="{FF2B5EF4-FFF2-40B4-BE49-F238E27FC236}">
                <a16:creationId xmlns:a16="http://schemas.microsoft.com/office/drawing/2014/main" id="{D5061E60-D85B-75B6-24B6-0E2E1CABA0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1A3DE1BA-4E99-0CAA-851B-0C44DA632FB0}"/>
              </a:ext>
            </a:extLst>
          </p:cNvPr>
          <p:cNvSpPr/>
          <p:nvPr/>
        </p:nvSpPr>
        <p:spPr>
          <a:xfrm>
            <a:off x="8308183" y="715584"/>
            <a:ext cx="3107065" cy="1397365"/>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sp>
        <p:nvSpPr>
          <p:cNvPr id="5" name="Rectangle: Rounded Corners 4">
            <a:extLst>
              <a:ext uri="{FF2B5EF4-FFF2-40B4-BE49-F238E27FC236}">
                <a16:creationId xmlns:a16="http://schemas.microsoft.com/office/drawing/2014/main" id="{8E101092-DF13-9675-B1BC-73B9FC65ECA5}"/>
              </a:ext>
            </a:extLst>
          </p:cNvPr>
          <p:cNvSpPr/>
          <p:nvPr/>
        </p:nvSpPr>
        <p:spPr>
          <a:xfrm>
            <a:off x="8335695" y="2259937"/>
            <a:ext cx="3107064" cy="1397365"/>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sp>
        <p:nvSpPr>
          <p:cNvPr id="7" name="Rectangle: Rounded Corners 6">
            <a:extLst>
              <a:ext uri="{FF2B5EF4-FFF2-40B4-BE49-F238E27FC236}">
                <a16:creationId xmlns:a16="http://schemas.microsoft.com/office/drawing/2014/main" id="{CB74A851-10AC-D1C2-776C-F265D29D096A}"/>
              </a:ext>
            </a:extLst>
          </p:cNvPr>
          <p:cNvSpPr/>
          <p:nvPr/>
        </p:nvSpPr>
        <p:spPr>
          <a:xfrm>
            <a:off x="8349703" y="3738392"/>
            <a:ext cx="3107065" cy="1397365"/>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sp>
        <p:nvSpPr>
          <p:cNvPr id="8" name="Rectangle: Rounded Corners 7">
            <a:extLst>
              <a:ext uri="{FF2B5EF4-FFF2-40B4-BE49-F238E27FC236}">
                <a16:creationId xmlns:a16="http://schemas.microsoft.com/office/drawing/2014/main" id="{8CC307AC-EA4E-1419-8E0B-81646F16E7F3}"/>
              </a:ext>
            </a:extLst>
          </p:cNvPr>
          <p:cNvSpPr/>
          <p:nvPr/>
        </p:nvSpPr>
        <p:spPr>
          <a:xfrm>
            <a:off x="8346278" y="5294142"/>
            <a:ext cx="3107064" cy="1460864"/>
          </a:xfrm>
          <a:prstGeom prst="roundRect">
            <a:avLst/>
          </a:prstGeom>
          <a:ln>
            <a:noFill/>
          </a:ln>
          <a:effectLst>
            <a:outerShdw blurRad="50800" dist="38100" dir="13500000" algn="b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AU" sz="2400"/>
          </a:p>
        </p:txBody>
      </p:sp>
      <p:sp>
        <p:nvSpPr>
          <p:cNvPr id="9" name="TextBox 8">
            <a:extLst>
              <a:ext uri="{FF2B5EF4-FFF2-40B4-BE49-F238E27FC236}">
                <a16:creationId xmlns:a16="http://schemas.microsoft.com/office/drawing/2014/main" id="{BC908A97-7C73-0943-9F11-3F796A456ED5}"/>
              </a:ext>
            </a:extLst>
          </p:cNvPr>
          <p:cNvSpPr txBox="1"/>
          <p:nvPr/>
        </p:nvSpPr>
        <p:spPr>
          <a:xfrm>
            <a:off x="8878570" y="711713"/>
            <a:ext cx="1818126" cy="769441"/>
          </a:xfrm>
          <a:prstGeom prst="rect">
            <a:avLst/>
          </a:prstGeom>
          <a:noFill/>
        </p:spPr>
        <p:txBody>
          <a:bodyPr wrap="square" rtlCol="0">
            <a:spAutoFit/>
          </a:bodyPr>
          <a:lstStyle/>
          <a:p>
            <a:r>
              <a:rPr lang="en-AU" sz="4400" b="1" dirty="0"/>
              <a:t>15 sec</a:t>
            </a:r>
          </a:p>
        </p:txBody>
      </p:sp>
      <p:sp>
        <p:nvSpPr>
          <p:cNvPr id="10" name="TextBox 9">
            <a:extLst>
              <a:ext uri="{FF2B5EF4-FFF2-40B4-BE49-F238E27FC236}">
                <a16:creationId xmlns:a16="http://schemas.microsoft.com/office/drawing/2014/main" id="{0F35AA7D-B694-EDDD-7BEF-CDF6541DB110}"/>
              </a:ext>
            </a:extLst>
          </p:cNvPr>
          <p:cNvSpPr txBox="1"/>
          <p:nvPr/>
        </p:nvSpPr>
        <p:spPr>
          <a:xfrm>
            <a:off x="8789664" y="2256066"/>
            <a:ext cx="2022285" cy="769441"/>
          </a:xfrm>
          <a:prstGeom prst="rect">
            <a:avLst/>
          </a:prstGeom>
          <a:noFill/>
        </p:spPr>
        <p:txBody>
          <a:bodyPr wrap="none" rtlCol="0">
            <a:spAutoFit/>
          </a:bodyPr>
          <a:lstStyle/>
          <a:p>
            <a:r>
              <a:rPr lang="en-AU" sz="4400" b="1"/>
              <a:t>9 steps</a:t>
            </a:r>
          </a:p>
        </p:txBody>
      </p:sp>
      <p:sp>
        <p:nvSpPr>
          <p:cNvPr id="11" name="TextBox 10">
            <a:extLst>
              <a:ext uri="{FF2B5EF4-FFF2-40B4-BE49-F238E27FC236}">
                <a16:creationId xmlns:a16="http://schemas.microsoft.com/office/drawing/2014/main" id="{5F347E4D-F5D4-3B37-0ADB-C7B92900F996}"/>
              </a:ext>
            </a:extLst>
          </p:cNvPr>
          <p:cNvSpPr txBox="1"/>
          <p:nvPr/>
        </p:nvSpPr>
        <p:spPr>
          <a:xfrm>
            <a:off x="8994611" y="3651758"/>
            <a:ext cx="1563248" cy="769441"/>
          </a:xfrm>
          <a:prstGeom prst="rect">
            <a:avLst/>
          </a:prstGeom>
          <a:noFill/>
        </p:spPr>
        <p:txBody>
          <a:bodyPr wrap="none" rtlCol="0">
            <a:spAutoFit/>
          </a:bodyPr>
          <a:lstStyle/>
          <a:p>
            <a:r>
              <a:rPr lang="en-AU" sz="4400" b="1"/>
              <a:t>100%</a:t>
            </a:r>
          </a:p>
        </p:txBody>
      </p:sp>
      <p:sp>
        <p:nvSpPr>
          <p:cNvPr id="12" name="TextBox 11">
            <a:extLst>
              <a:ext uri="{FF2B5EF4-FFF2-40B4-BE49-F238E27FC236}">
                <a16:creationId xmlns:a16="http://schemas.microsoft.com/office/drawing/2014/main" id="{04BBE61A-A16F-3109-9CDB-4A319041F809}"/>
              </a:ext>
            </a:extLst>
          </p:cNvPr>
          <p:cNvSpPr txBox="1"/>
          <p:nvPr/>
        </p:nvSpPr>
        <p:spPr>
          <a:xfrm>
            <a:off x="8895259" y="5292175"/>
            <a:ext cx="1747594" cy="769441"/>
          </a:xfrm>
          <a:prstGeom prst="rect">
            <a:avLst/>
          </a:prstGeom>
          <a:noFill/>
        </p:spPr>
        <p:txBody>
          <a:bodyPr wrap="none" rtlCol="0">
            <a:spAutoFit/>
          </a:bodyPr>
          <a:lstStyle/>
          <a:p>
            <a:r>
              <a:rPr lang="en-AU" sz="4400" b="1"/>
              <a:t>9 GCP</a:t>
            </a:r>
          </a:p>
        </p:txBody>
      </p:sp>
      <p:sp>
        <p:nvSpPr>
          <p:cNvPr id="13" name="TextBox 12">
            <a:extLst>
              <a:ext uri="{FF2B5EF4-FFF2-40B4-BE49-F238E27FC236}">
                <a16:creationId xmlns:a16="http://schemas.microsoft.com/office/drawing/2014/main" id="{70A4B26F-5377-6025-DD02-DA03785983DF}"/>
              </a:ext>
            </a:extLst>
          </p:cNvPr>
          <p:cNvSpPr txBox="1"/>
          <p:nvPr/>
        </p:nvSpPr>
        <p:spPr>
          <a:xfrm>
            <a:off x="8782072" y="1408975"/>
            <a:ext cx="2032288" cy="369332"/>
          </a:xfrm>
          <a:prstGeom prst="rect">
            <a:avLst/>
          </a:prstGeom>
          <a:noFill/>
        </p:spPr>
        <p:txBody>
          <a:bodyPr wrap="square" rtlCol="0">
            <a:spAutoFit/>
          </a:bodyPr>
          <a:lstStyle/>
          <a:p>
            <a:r>
              <a:rPr lang="en-AU" b="1" dirty="0"/>
              <a:t>Provisioning Time</a:t>
            </a:r>
          </a:p>
        </p:txBody>
      </p:sp>
      <p:sp>
        <p:nvSpPr>
          <p:cNvPr id="14" name="TextBox 13">
            <a:extLst>
              <a:ext uri="{FF2B5EF4-FFF2-40B4-BE49-F238E27FC236}">
                <a16:creationId xmlns:a16="http://schemas.microsoft.com/office/drawing/2014/main" id="{929D86F9-9960-1ACA-6486-4749D18A64FE}"/>
              </a:ext>
            </a:extLst>
          </p:cNvPr>
          <p:cNvSpPr txBox="1"/>
          <p:nvPr/>
        </p:nvSpPr>
        <p:spPr>
          <a:xfrm>
            <a:off x="8682583" y="2913678"/>
            <a:ext cx="2398798" cy="369332"/>
          </a:xfrm>
          <a:prstGeom prst="rect">
            <a:avLst/>
          </a:prstGeom>
          <a:noFill/>
        </p:spPr>
        <p:txBody>
          <a:bodyPr wrap="none" rtlCol="0">
            <a:spAutoFit/>
          </a:bodyPr>
          <a:lstStyle/>
          <a:p>
            <a:r>
              <a:rPr lang="en-AU" b="1"/>
              <a:t>Automated Workflow</a:t>
            </a:r>
          </a:p>
        </p:txBody>
      </p:sp>
      <p:sp>
        <p:nvSpPr>
          <p:cNvPr id="15" name="TextBox 14">
            <a:extLst>
              <a:ext uri="{FF2B5EF4-FFF2-40B4-BE49-F238E27FC236}">
                <a16:creationId xmlns:a16="http://schemas.microsoft.com/office/drawing/2014/main" id="{97C70335-390F-3769-06EC-0440069CBDE0}"/>
              </a:ext>
            </a:extLst>
          </p:cNvPr>
          <p:cNvSpPr txBox="1"/>
          <p:nvPr/>
        </p:nvSpPr>
        <p:spPr>
          <a:xfrm>
            <a:off x="8891088" y="4330313"/>
            <a:ext cx="1770293" cy="369332"/>
          </a:xfrm>
          <a:prstGeom prst="rect">
            <a:avLst/>
          </a:prstGeom>
          <a:noFill/>
        </p:spPr>
        <p:txBody>
          <a:bodyPr wrap="none" rtlCol="0">
            <a:spAutoFit/>
          </a:bodyPr>
          <a:lstStyle/>
          <a:p>
            <a:r>
              <a:rPr lang="en-AU" b="1"/>
              <a:t>Audit Coverage</a:t>
            </a:r>
          </a:p>
        </p:txBody>
      </p:sp>
      <p:sp>
        <p:nvSpPr>
          <p:cNvPr id="16" name="TextBox 15">
            <a:extLst>
              <a:ext uri="{FF2B5EF4-FFF2-40B4-BE49-F238E27FC236}">
                <a16:creationId xmlns:a16="http://schemas.microsoft.com/office/drawing/2014/main" id="{4C16A146-6C0E-2CBC-4AD3-A001CBE8BFE7}"/>
              </a:ext>
            </a:extLst>
          </p:cNvPr>
          <p:cNvSpPr txBox="1"/>
          <p:nvPr/>
        </p:nvSpPr>
        <p:spPr>
          <a:xfrm>
            <a:off x="8664010" y="5970730"/>
            <a:ext cx="2210092" cy="369332"/>
          </a:xfrm>
          <a:prstGeom prst="rect">
            <a:avLst/>
          </a:prstGeom>
          <a:noFill/>
        </p:spPr>
        <p:txBody>
          <a:bodyPr wrap="none" rtlCol="0">
            <a:spAutoFit/>
          </a:bodyPr>
          <a:lstStyle/>
          <a:p>
            <a:r>
              <a:rPr lang="en-AU" b="1"/>
              <a:t>Services Integrated</a:t>
            </a:r>
          </a:p>
        </p:txBody>
      </p:sp>
      <p:sp>
        <p:nvSpPr>
          <p:cNvPr id="17" name="TextBox 16">
            <a:extLst>
              <a:ext uri="{FF2B5EF4-FFF2-40B4-BE49-F238E27FC236}">
                <a16:creationId xmlns:a16="http://schemas.microsoft.com/office/drawing/2014/main" id="{B374AEE8-A9D6-1294-2B2C-4EB33193C9C0}"/>
              </a:ext>
            </a:extLst>
          </p:cNvPr>
          <p:cNvSpPr txBox="1"/>
          <p:nvPr/>
        </p:nvSpPr>
        <p:spPr>
          <a:xfrm>
            <a:off x="8784473" y="1737565"/>
            <a:ext cx="2006318" cy="369332"/>
          </a:xfrm>
          <a:prstGeom prst="rect">
            <a:avLst/>
          </a:prstGeom>
          <a:noFill/>
        </p:spPr>
        <p:txBody>
          <a:bodyPr wrap="square" rtlCol="0">
            <a:spAutoFit/>
          </a:bodyPr>
          <a:lstStyle/>
          <a:p>
            <a:r>
              <a:rPr lang="en-AU" dirty="0">
                <a:solidFill>
                  <a:schemeClr val="bg1">
                    <a:lumMod val="50000"/>
                  </a:schemeClr>
                </a:solidFill>
              </a:rPr>
              <a:t>Vs hours manually</a:t>
            </a:r>
          </a:p>
        </p:txBody>
      </p:sp>
      <p:sp>
        <p:nvSpPr>
          <p:cNvPr id="18" name="TextBox 17">
            <a:extLst>
              <a:ext uri="{FF2B5EF4-FFF2-40B4-BE49-F238E27FC236}">
                <a16:creationId xmlns:a16="http://schemas.microsoft.com/office/drawing/2014/main" id="{EBFB3783-EFCA-BB0B-1FE5-1FB82679F3CD}"/>
              </a:ext>
            </a:extLst>
          </p:cNvPr>
          <p:cNvSpPr txBox="1"/>
          <p:nvPr/>
        </p:nvSpPr>
        <p:spPr>
          <a:xfrm>
            <a:off x="8540172" y="3207835"/>
            <a:ext cx="2683620" cy="369332"/>
          </a:xfrm>
          <a:prstGeom prst="rect">
            <a:avLst/>
          </a:prstGeom>
          <a:noFill/>
        </p:spPr>
        <p:txBody>
          <a:bodyPr wrap="none" rtlCol="0">
            <a:spAutoFit/>
          </a:bodyPr>
          <a:lstStyle/>
          <a:p>
            <a:r>
              <a:rPr lang="en-AU">
                <a:solidFill>
                  <a:schemeClr val="bg1">
                    <a:lumMod val="50000"/>
                  </a:schemeClr>
                </a:solidFill>
              </a:rPr>
              <a:t>End-to-end orchestration</a:t>
            </a:r>
          </a:p>
        </p:txBody>
      </p:sp>
      <p:sp>
        <p:nvSpPr>
          <p:cNvPr id="19" name="TextBox 18">
            <a:extLst>
              <a:ext uri="{FF2B5EF4-FFF2-40B4-BE49-F238E27FC236}">
                <a16:creationId xmlns:a16="http://schemas.microsoft.com/office/drawing/2014/main" id="{291BC14E-77E0-870C-ABFA-E3D661169F0A}"/>
              </a:ext>
            </a:extLst>
          </p:cNvPr>
          <p:cNvSpPr txBox="1"/>
          <p:nvPr/>
        </p:nvSpPr>
        <p:spPr>
          <a:xfrm>
            <a:off x="8923949" y="4699645"/>
            <a:ext cx="1704569" cy="369332"/>
          </a:xfrm>
          <a:prstGeom prst="rect">
            <a:avLst/>
          </a:prstGeom>
          <a:noFill/>
        </p:spPr>
        <p:txBody>
          <a:bodyPr wrap="none" rtlCol="0">
            <a:spAutoFit/>
          </a:bodyPr>
          <a:lstStyle/>
          <a:p>
            <a:r>
              <a:rPr lang="en-AU">
                <a:solidFill>
                  <a:schemeClr val="bg1">
                    <a:lumMod val="50000"/>
                  </a:schemeClr>
                </a:solidFill>
              </a:rPr>
              <a:t>Immutable trail</a:t>
            </a:r>
          </a:p>
        </p:txBody>
      </p:sp>
      <p:sp>
        <p:nvSpPr>
          <p:cNvPr id="20" name="TextBox 19">
            <a:extLst>
              <a:ext uri="{FF2B5EF4-FFF2-40B4-BE49-F238E27FC236}">
                <a16:creationId xmlns:a16="http://schemas.microsoft.com/office/drawing/2014/main" id="{2872E700-B1D4-AF4A-3E83-8C9AB24D6E93}"/>
              </a:ext>
            </a:extLst>
          </p:cNvPr>
          <p:cNvSpPr txBox="1"/>
          <p:nvPr/>
        </p:nvSpPr>
        <p:spPr>
          <a:xfrm>
            <a:off x="8811614" y="6294619"/>
            <a:ext cx="1914883" cy="369332"/>
          </a:xfrm>
          <a:prstGeom prst="rect">
            <a:avLst/>
          </a:prstGeom>
          <a:noFill/>
        </p:spPr>
        <p:txBody>
          <a:bodyPr wrap="none" rtlCol="0">
            <a:spAutoFit/>
          </a:bodyPr>
          <a:lstStyle/>
          <a:p>
            <a:r>
              <a:rPr lang="en-AU">
                <a:solidFill>
                  <a:schemeClr val="bg1">
                    <a:lumMod val="50000"/>
                  </a:schemeClr>
                </a:solidFill>
              </a:rPr>
              <a:t>Production-grade</a:t>
            </a:r>
          </a:p>
        </p:txBody>
      </p:sp>
      <p:sp>
        <p:nvSpPr>
          <p:cNvPr id="6" name="TextBox 30">
            <a:extLst>
              <a:ext uri="{FF2B5EF4-FFF2-40B4-BE49-F238E27FC236}">
                <a16:creationId xmlns:a16="http://schemas.microsoft.com/office/drawing/2014/main" id="{C4CF128D-2A26-7CD5-16BB-7892BCADA5DC}"/>
              </a:ext>
            </a:extLst>
          </p:cNvPr>
          <p:cNvSpPr txBox="1"/>
          <p:nvPr/>
        </p:nvSpPr>
        <p:spPr>
          <a:xfrm>
            <a:off x="416465" y="1681058"/>
            <a:ext cx="6905443" cy="379187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a:buChar char="•"/>
            </a:pPr>
            <a:r>
              <a:rPr lang="en-US" dirty="0"/>
              <a:t>Global IAM Market is projected to reach </a:t>
            </a:r>
            <a:r>
              <a:rPr lang="en-US" b="1" dirty="0"/>
              <a:t>$34.3 billion  by 2029</a:t>
            </a:r>
            <a:r>
              <a:rPr lang="en-US" dirty="0"/>
              <a:t>, at a CAGR of 8.4% according to </a:t>
            </a:r>
            <a:r>
              <a:rPr lang="en-US" dirty="0">
                <a:hlinkClick r:id="rId4"/>
              </a:rPr>
              <a:t>MarketsandMarkets November 2024 report</a:t>
            </a:r>
            <a:r>
              <a:rPr lang="en-US" dirty="0"/>
              <a:t>.</a:t>
            </a:r>
          </a:p>
          <a:p>
            <a:pPr marL="285750" indent="-285750">
              <a:lnSpc>
                <a:spcPct val="150000"/>
              </a:lnSpc>
              <a:buFont typeface="Arial"/>
              <a:buChar char="•"/>
            </a:pPr>
            <a:r>
              <a:rPr lang="en-US" dirty="0">
                <a:hlinkClick r:id="rId5"/>
              </a:rPr>
              <a:t>IBM's Cost of a data breach report 2024</a:t>
            </a:r>
            <a:r>
              <a:rPr lang="en-US" dirty="0"/>
              <a:t> shows IAM-related breaches </a:t>
            </a:r>
            <a:r>
              <a:rPr lang="en-US" b="1" dirty="0"/>
              <a:t>average $4.88 million</a:t>
            </a:r>
            <a:r>
              <a:rPr lang="en-US" dirty="0"/>
              <a:t> in damages.</a:t>
            </a:r>
          </a:p>
          <a:p>
            <a:pPr marL="285750" indent="-285750">
              <a:lnSpc>
                <a:spcPct val="150000"/>
              </a:lnSpc>
              <a:buFont typeface="Arial"/>
              <a:buChar char="•"/>
            </a:pPr>
            <a:r>
              <a:rPr lang="en-US" dirty="0"/>
              <a:t>Regulators from India to China and Australia now effectively require strong IAM for banking, education and consumer data, pushing over 60-75% of enterprises to </a:t>
            </a:r>
            <a:r>
              <a:rPr lang="en-US" dirty="0">
                <a:hlinkClick r:id="rId6"/>
              </a:rPr>
              <a:t>formalize identity governance</a:t>
            </a:r>
            <a:r>
              <a:rPr lang="en-US" dirty="0"/>
              <a:t>.</a:t>
            </a:r>
          </a:p>
        </p:txBody>
      </p:sp>
      <p:cxnSp>
        <p:nvCxnSpPr>
          <p:cNvPr id="22" name="Straight Arrow Connector 21">
            <a:extLst>
              <a:ext uri="{FF2B5EF4-FFF2-40B4-BE49-F238E27FC236}">
                <a16:creationId xmlns:a16="http://schemas.microsoft.com/office/drawing/2014/main" id="{72DC2BC4-F85D-3D2A-F57A-5A7E6577064A}"/>
              </a:ext>
            </a:extLst>
          </p:cNvPr>
          <p:cNvCxnSpPr/>
          <p:nvPr/>
        </p:nvCxnSpPr>
        <p:spPr>
          <a:xfrm>
            <a:off x="7715249" y="1016000"/>
            <a:ext cx="10583" cy="5196416"/>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130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ACF1-ED57-0EEB-8C50-D328D38157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8B6D3-8DE7-9210-AD0C-1BA28BC57D15}"/>
              </a:ext>
            </a:extLst>
          </p:cNvPr>
          <p:cNvSpPr txBox="1">
            <a:spLocks/>
          </p:cNvSpPr>
          <p:nvPr/>
        </p:nvSpPr>
        <p:spPr>
          <a:xfrm>
            <a:off x="307258" y="552954"/>
            <a:ext cx="10515600" cy="676756"/>
          </a:xfrm>
          <a:prstGeom prst="rect">
            <a:avLst/>
          </a:prstGeom>
        </p:spPr>
        <p:txBody>
          <a:bodyPr lIns="91440" tIns="45720" rIns="91440" bIns="4572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a:t>Go-To-Market</a:t>
            </a:r>
            <a:endParaRPr lang="en-US"/>
          </a:p>
        </p:txBody>
      </p:sp>
      <p:pic>
        <p:nvPicPr>
          <p:cNvPr id="3" name="Picture 4">
            <a:extLst>
              <a:ext uri="{FF2B5EF4-FFF2-40B4-BE49-F238E27FC236}">
                <a16:creationId xmlns:a16="http://schemas.microsoft.com/office/drawing/2014/main" id="{6AC070F2-A304-8985-B97D-CA39D0B3B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1738"/>
            <a:ext cx="12192000" cy="143051"/>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Rounded Corners 27">
            <a:extLst>
              <a:ext uri="{FF2B5EF4-FFF2-40B4-BE49-F238E27FC236}">
                <a16:creationId xmlns:a16="http://schemas.microsoft.com/office/drawing/2014/main" id="{D1E14BD9-EC36-7C7D-7435-99EA28EB822F}"/>
              </a:ext>
            </a:extLst>
          </p:cNvPr>
          <p:cNvSpPr/>
          <p:nvPr/>
        </p:nvSpPr>
        <p:spPr>
          <a:xfrm>
            <a:off x="394692" y="1286248"/>
            <a:ext cx="3451811" cy="5252204"/>
          </a:xfrm>
          <a:prstGeom prst="roundRect">
            <a:avLst/>
          </a:prstGeom>
          <a:solidFill>
            <a:srgbClr val="34A75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E71E78EF-FA33-64DD-EB2E-9FB2354E8323}"/>
              </a:ext>
            </a:extLst>
          </p:cNvPr>
          <p:cNvSpPr/>
          <p:nvPr/>
        </p:nvSpPr>
        <p:spPr>
          <a:xfrm>
            <a:off x="4337312" y="1286248"/>
            <a:ext cx="3451811" cy="5252206"/>
          </a:xfrm>
          <a:prstGeom prst="roundRect">
            <a:avLst/>
          </a:prstGeom>
          <a:solidFill>
            <a:srgbClr val="34A75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3748C6C-0D20-33B4-E665-64AF9FA2C6C7}"/>
              </a:ext>
            </a:extLst>
          </p:cNvPr>
          <p:cNvSpPr/>
          <p:nvPr/>
        </p:nvSpPr>
        <p:spPr>
          <a:xfrm>
            <a:off x="8203331" y="1286248"/>
            <a:ext cx="3451811" cy="5252204"/>
          </a:xfrm>
          <a:prstGeom prst="roundRect">
            <a:avLst/>
          </a:prstGeom>
          <a:solidFill>
            <a:srgbClr val="34A75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06EC781-C344-A06D-019A-E323B81263FF}"/>
              </a:ext>
            </a:extLst>
          </p:cNvPr>
          <p:cNvSpPr txBox="1"/>
          <p:nvPr/>
        </p:nvSpPr>
        <p:spPr>
          <a:xfrm>
            <a:off x="652055" y="1452828"/>
            <a:ext cx="21393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C000"/>
                </a:solidFill>
              </a:rPr>
              <a:t>Phase 1: Q1 2026</a:t>
            </a:r>
          </a:p>
        </p:txBody>
      </p:sp>
      <p:sp>
        <p:nvSpPr>
          <p:cNvPr id="33" name="TextBox 32">
            <a:extLst>
              <a:ext uri="{FF2B5EF4-FFF2-40B4-BE49-F238E27FC236}">
                <a16:creationId xmlns:a16="http://schemas.microsoft.com/office/drawing/2014/main" id="{6C0482AD-AFDB-7E89-FA51-3E2075D2305F}"/>
              </a:ext>
            </a:extLst>
          </p:cNvPr>
          <p:cNvSpPr txBox="1"/>
          <p:nvPr/>
        </p:nvSpPr>
        <p:spPr>
          <a:xfrm>
            <a:off x="4569516" y="1452826"/>
            <a:ext cx="26425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C000"/>
                </a:solidFill>
              </a:rPr>
              <a:t>Phase 2: Q2-Q3 2026</a:t>
            </a:r>
          </a:p>
        </p:txBody>
      </p:sp>
      <p:sp>
        <p:nvSpPr>
          <p:cNvPr id="34" name="TextBox 33">
            <a:extLst>
              <a:ext uri="{FF2B5EF4-FFF2-40B4-BE49-F238E27FC236}">
                <a16:creationId xmlns:a16="http://schemas.microsoft.com/office/drawing/2014/main" id="{673D571D-01E9-D91E-E5BA-AA919CBB9527}"/>
              </a:ext>
            </a:extLst>
          </p:cNvPr>
          <p:cNvSpPr txBox="1"/>
          <p:nvPr/>
        </p:nvSpPr>
        <p:spPr>
          <a:xfrm>
            <a:off x="8419330" y="1452826"/>
            <a:ext cx="21393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C000"/>
                </a:solidFill>
              </a:rPr>
              <a:t>Phase 3: Q4 2026</a:t>
            </a:r>
          </a:p>
        </p:txBody>
      </p:sp>
      <p:sp>
        <p:nvSpPr>
          <p:cNvPr id="35" name="TextBox 34">
            <a:extLst>
              <a:ext uri="{FF2B5EF4-FFF2-40B4-BE49-F238E27FC236}">
                <a16:creationId xmlns:a16="http://schemas.microsoft.com/office/drawing/2014/main" id="{87E4886B-5B91-4033-CC5F-DFE068575A67}"/>
              </a:ext>
            </a:extLst>
          </p:cNvPr>
          <p:cNvSpPr txBox="1"/>
          <p:nvPr/>
        </p:nvSpPr>
        <p:spPr>
          <a:xfrm>
            <a:off x="482210" y="1822158"/>
            <a:ext cx="319200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Production PAM System replacing JIT simulation to Provisioning agent.</a:t>
            </a:r>
          </a:p>
          <a:p>
            <a:pPr marL="285750" indent="-285750">
              <a:buFont typeface="Arial"/>
              <a:buChar char="•"/>
            </a:pPr>
            <a:r>
              <a:rPr lang="en-US" dirty="0">
                <a:solidFill>
                  <a:schemeClr val="bg1"/>
                </a:solidFill>
              </a:rPr>
              <a:t>Emergency Revocation Mechanism across active sessions.</a:t>
            </a:r>
          </a:p>
          <a:p>
            <a:pPr marL="285750" indent="-285750">
              <a:buFont typeface="Arial"/>
              <a:buChar char="•"/>
            </a:pPr>
            <a:r>
              <a:rPr lang="en-US" dirty="0">
                <a:solidFill>
                  <a:schemeClr val="bg1"/>
                </a:solidFill>
              </a:rPr>
              <a:t>Improve Resilience and High Availability – rate limiting, multi-region cloud run deployment and tighten error handling mechanism.</a:t>
            </a:r>
          </a:p>
          <a:p>
            <a:pPr marL="285750" indent="-285750">
              <a:buFont typeface="Arial"/>
              <a:buChar char="•"/>
            </a:pPr>
            <a:r>
              <a:rPr lang="en-US" dirty="0">
                <a:solidFill>
                  <a:schemeClr val="bg1"/>
                </a:solidFill>
              </a:rPr>
              <a:t>Orchestrator adaption to Google Cloud Agent Catalog including SSO</a:t>
            </a:r>
          </a:p>
        </p:txBody>
      </p:sp>
      <p:sp>
        <p:nvSpPr>
          <p:cNvPr id="4" name="TextBox 3">
            <a:extLst>
              <a:ext uri="{FF2B5EF4-FFF2-40B4-BE49-F238E27FC236}">
                <a16:creationId xmlns:a16="http://schemas.microsoft.com/office/drawing/2014/main" id="{65CA8C7C-0BF5-B4C0-A62C-4D371CDC1488}"/>
              </a:ext>
            </a:extLst>
          </p:cNvPr>
          <p:cNvSpPr txBox="1"/>
          <p:nvPr/>
        </p:nvSpPr>
        <p:spPr>
          <a:xfrm>
            <a:off x="4440625" y="1837715"/>
            <a:ext cx="318920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Multi-approver workflows with and/or logic. </a:t>
            </a:r>
          </a:p>
          <a:p>
            <a:pPr marL="285750" indent="-285750">
              <a:buFont typeface="Arial"/>
              <a:buChar char="•"/>
            </a:pPr>
            <a:r>
              <a:rPr lang="en-US" dirty="0">
                <a:solidFill>
                  <a:schemeClr val="bg1"/>
                </a:solidFill>
              </a:rPr>
              <a:t>Risk scoring engine using ML to flag anomalous access patterns. </a:t>
            </a:r>
          </a:p>
          <a:p>
            <a:pPr marL="285750" indent="-285750">
              <a:buFont typeface="Arial"/>
              <a:buChar char="•"/>
            </a:pPr>
            <a:r>
              <a:rPr lang="en-US" dirty="0">
                <a:solidFill>
                  <a:schemeClr val="bg1"/>
                </a:solidFill>
              </a:rPr>
              <a:t>Self-service policy editor for compliance teams. </a:t>
            </a:r>
          </a:p>
          <a:p>
            <a:pPr marL="285750" indent="-285750">
              <a:buFont typeface="Arial"/>
              <a:buChar char="•"/>
            </a:pPr>
            <a:r>
              <a:rPr lang="en-US" dirty="0">
                <a:solidFill>
                  <a:schemeClr val="bg1"/>
                </a:solidFill>
              </a:rPr>
              <a:t>Slack/ Teams integration for approval notifications. </a:t>
            </a:r>
          </a:p>
          <a:p>
            <a:pPr marL="285750" indent="-285750">
              <a:buFont typeface="Arial"/>
              <a:buChar char="•"/>
            </a:pPr>
            <a:r>
              <a:rPr lang="en-US" dirty="0">
                <a:solidFill>
                  <a:schemeClr val="bg1"/>
                </a:solidFill>
              </a:rPr>
              <a:t>Expanding approval responses to email replies with text.</a:t>
            </a:r>
          </a:p>
        </p:txBody>
      </p:sp>
      <p:sp>
        <p:nvSpPr>
          <p:cNvPr id="5" name="TextBox 4">
            <a:extLst>
              <a:ext uri="{FF2B5EF4-FFF2-40B4-BE49-F238E27FC236}">
                <a16:creationId xmlns:a16="http://schemas.microsoft.com/office/drawing/2014/main" id="{87C01F89-FF2F-2231-8C39-48480D8024FB}"/>
              </a:ext>
            </a:extLst>
          </p:cNvPr>
          <p:cNvSpPr txBox="1"/>
          <p:nvPr/>
        </p:nvSpPr>
        <p:spPr>
          <a:xfrm>
            <a:off x="8279932" y="1827946"/>
            <a:ext cx="321397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Auto-revocation based on behavioral anomaly detection. </a:t>
            </a:r>
          </a:p>
          <a:p>
            <a:pPr marL="285750" indent="-285750">
              <a:buFont typeface="Arial"/>
              <a:buChar char="•"/>
            </a:pPr>
            <a:r>
              <a:rPr lang="en-US" dirty="0">
                <a:solidFill>
                  <a:schemeClr val="bg1"/>
                </a:solidFill>
              </a:rPr>
              <a:t>Policy drift detection with automatic remediation suggestions.</a:t>
            </a:r>
          </a:p>
          <a:p>
            <a:pPr marL="285750" indent="-285750">
              <a:buFont typeface="Arial"/>
              <a:buChar char="•"/>
            </a:pPr>
            <a:r>
              <a:rPr lang="en-US" dirty="0">
                <a:solidFill>
                  <a:schemeClr val="bg1"/>
                </a:solidFill>
              </a:rPr>
              <a:t>Integration with SIEM  platforms.</a:t>
            </a:r>
          </a:p>
        </p:txBody>
      </p:sp>
    </p:spTree>
    <p:extLst>
      <p:ext uri="{BB962C8B-B14F-4D97-AF65-F5344CB8AC3E}">
        <p14:creationId xmlns:p14="http://schemas.microsoft.com/office/powerpoint/2010/main" val="17598886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403</TotalTime>
  <Words>1423</Words>
  <Application>Microsoft Office PowerPoint</Application>
  <PresentationFormat>Widescreen</PresentationFormat>
  <Paragraphs>136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Accenture | Australia &amp; New Zealand    </vt:lpstr>
      <vt:lpstr>The Real IAM Problem: Current State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Narmada Nannaka</dc:creator>
  <cp:lastModifiedBy>Narmada Nannaka</cp:lastModifiedBy>
  <cp:revision>143</cp:revision>
  <dcterms:created xsi:type="dcterms:W3CDTF">2025-11-27T12:00:16Z</dcterms:created>
  <dcterms:modified xsi:type="dcterms:W3CDTF">2025-12-12T10:54:21Z</dcterms:modified>
</cp:coreProperties>
</file>